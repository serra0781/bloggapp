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3977251-63E4-499C-B16F-C1E9BB1422D3}" v="1" dt="2026-08-18T08:30:59.1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4" d="100"/>
          <a:sy n="64" d="100"/>
        </p:scale>
        <p:origin x="38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erra N" userId="9179cc10d8c62c08" providerId="LiveId" clId="{D30B40FB-DF3A-44D2-BDC3-B71D8C0FFE80}"/>
    <pc:docChg chg="custSel modSld">
      <pc:chgData name="serra N" userId="9179cc10d8c62c08" providerId="LiveId" clId="{D30B40FB-DF3A-44D2-BDC3-B71D8C0FFE80}" dt="2026-08-18T08:31:00.183" v="9"/>
      <pc:docMkLst>
        <pc:docMk/>
      </pc:docMkLst>
      <pc:sldChg chg="delSp modSp mod">
        <pc:chgData name="serra N" userId="9179cc10d8c62c08" providerId="LiveId" clId="{D30B40FB-DF3A-44D2-BDC3-B71D8C0FFE80}" dt="2026-08-16T20:57:20.524" v="4" actId="21"/>
        <pc:sldMkLst>
          <pc:docMk/>
          <pc:sldMk cId="0" sldId="256"/>
        </pc:sldMkLst>
        <pc:spChg chg="mod">
          <ac:chgData name="serra N" userId="9179cc10d8c62c08" providerId="LiveId" clId="{D30B40FB-DF3A-44D2-BDC3-B71D8C0FFE80}" dt="2026-08-16T20:57:06.176" v="1" actId="20577"/>
          <ac:spMkLst>
            <pc:docMk/>
            <pc:sldMk cId="0" sldId="256"/>
            <ac:spMk id="9" creationId="{00000000-0000-0000-0000-000000000000}"/>
          </ac:spMkLst>
        </pc:spChg>
        <pc:spChg chg="mod">
          <ac:chgData name="serra N" userId="9179cc10d8c62c08" providerId="LiveId" clId="{D30B40FB-DF3A-44D2-BDC3-B71D8C0FFE80}" dt="2026-08-16T20:57:13.169" v="2" actId="20577"/>
          <ac:spMkLst>
            <pc:docMk/>
            <pc:sldMk cId="0" sldId="256"/>
            <ac:spMk id="13" creationId="{00000000-0000-0000-0000-000000000000}"/>
          </ac:spMkLst>
        </pc:spChg>
      </pc:sldChg>
      <pc:sldChg chg="addSp delSp modSp mod">
        <pc:chgData name="serra N" userId="9179cc10d8c62c08" providerId="LiveId" clId="{D30B40FB-DF3A-44D2-BDC3-B71D8C0FFE80}" dt="2026-08-18T08:31:00.183" v="9"/>
        <pc:sldMkLst>
          <pc:docMk/>
          <pc:sldMk cId="0" sldId="266"/>
        </pc:sldMkLst>
        <pc:spChg chg="add del mod">
          <ac:chgData name="serra N" userId="9179cc10d8c62c08" providerId="LiveId" clId="{D30B40FB-DF3A-44D2-BDC3-B71D8C0FFE80}" dt="2026-08-18T08:31:00.183" v="9"/>
          <ac:spMkLst>
            <pc:docMk/>
            <pc:sldMk cId="0" sldId="266"/>
            <ac:spMk id="36" creationId="{165EC8C0-D9E2-CD45-AD04-C2DFD99ECB64}"/>
          </ac:spMkLst>
        </pc:spChg>
      </pc:sldChg>
      <pc:sldChg chg="delSp modSp mod">
        <pc:chgData name="serra N" userId="9179cc10d8c62c08" providerId="LiveId" clId="{D30B40FB-DF3A-44D2-BDC3-B71D8C0FFE80}" dt="2026-08-17T06:39:58.845" v="6" actId="21"/>
        <pc:sldMkLst>
          <pc:docMk/>
          <pc:sldMk cId="0" sldId="268"/>
        </pc:sldMkLst>
        <pc:spChg chg="mod">
          <ac:chgData name="serra N" userId="9179cc10d8c62c08" providerId="LiveId" clId="{D30B40FB-DF3A-44D2-BDC3-B71D8C0FFE80}" dt="2026-08-17T06:39:56.042" v="5" actId="20577"/>
          <ac:spMkLst>
            <pc:docMk/>
            <pc:sldMk cId="0" sldId="268"/>
            <ac:spMk id="8" creationId="{00000000-0000-0000-0000-000000000000}"/>
          </ac:spMkLst>
        </pc:spChg>
        <pc:picChg chg="del">
          <ac:chgData name="serra N" userId="9179cc10d8c62c08" providerId="LiveId" clId="{D30B40FB-DF3A-44D2-BDC3-B71D8C0FFE80}" dt="2026-08-17T06:39:58.845" v="6" actId="21"/>
          <ac:picMkLst>
            <pc:docMk/>
            <pc:sldMk cId="0" sldId="268"/>
            <ac:picMk id="6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46637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0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7.png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90D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11512" y="-1280160"/>
            <a:ext cx="3840480" cy="3840480"/>
          </a:xfrm>
          <a:prstGeom prst="ellipse">
            <a:avLst/>
          </a:prstGeom>
          <a:solidFill>
            <a:srgbClr val="A4133C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480560"/>
            <a:ext cx="3291840" cy="3291840"/>
          </a:xfrm>
          <a:prstGeom prst="ellipse">
            <a:avLst/>
          </a:prstGeom>
          <a:solidFill>
            <a:srgbClr val="800F2F">
              <a:alpha val="5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000232" y="5669280"/>
            <a:ext cx="1463040" cy="1463040"/>
          </a:xfrm>
          <a:prstGeom prst="ellipse">
            <a:avLst/>
          </a:prstGeom>
          <a:solidFill>
            <a:srgbClr val="FFD60A">
              <a:alpha val="75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0" y="1965960"/>
            <a:ext cx="121889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BlogApp</a:t>
            </a:r>
            <a:endParaRPr lang="en-US" sz="6000" dirty="0"/>
          </a:p>
        </p:txBody>
      </p:sp>
      <p:sp>
        <p:nvSpPr>
          <p:cNvPr id="8" name="Text 5"/>
          <p:cNvSpPr/>
          <p:nvPr/>
        </p:nvSpPr>
        <p:spPr>
          <a:xfrm>
            <a:off x="1371600" y="306324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7C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Kullanıcı Yönetimi, Yetkilendirme ve Blog Geliştirme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371600" y="3520440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kern="0" spc="100" dirty="0">
                <a:solidFill>
                  <a:srgbClr val="E9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ASP.NET Core MVC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57116" y="4434840"/>
            <a:ext cx="3474720" cy="868680"/>
          </a:xfrm>
          <a:prstGeom prst="roundRect">
            <a:avLst>
              <a:gd name="adj" fmla="val 52632"/>
            </a:avLst>
          </a:prstGeom>
          <a:solidFill>
            <a:srgbClr val="A4133C"/>
          </a:solidFill>
          <a:ln/>
          <a:effectLst>
            <a:outerShdw blurRad="76200" dist="25400" dir="5400000" algn="bl" rotWithShape="0">
              <a:srgbClr val="590D22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357116" y="455371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Hazırlayan: Serra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357116" y="486460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2C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Ağustos 2026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820156" y="59893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GENEL BAKIŞ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0664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4A0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 Proje Ne Anlatıyor?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120640" cy="4480560"/>
          </a:xfrm>
          <a:prstGeom prst="roundRect">
            <a:avLst>
              <a:gd name="adj" fmla="val 2857"/>
            </a:avLst>
          </a:prstGeom>
          <a:solidFill>
            <a:srgbClr val="FFF0F3"/>
          </a:solidFill>
          <a:ln/>
          <a:effectLst>
            <a:outerShdw blurRad="76200" dist="25400" dir="5400000" algn="bl" rotWithShape="0">
              <a:srgbClr val="590D22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92024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91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BlogApp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60120" y="242316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MVC ile geliştirilen; kullanıcıların kayıt olup giriş yapabildiği, yazarların makale paylaşabildiği ve tüm sürecin bir admin tarafından yönetildiği uçtan uca bir blog platformu.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60120" y="3977640"/>
            <a:ext cx="4480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Yalnızca CRUD değil; kimlik doğrulama, rol bazlı yetkilendirme, onay iş akışı ve yorum sistemiyle gerçek bir üretim uygulaması mantığında kurgulandı.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080760" y="1737360"/>
            <a:ext cx="2651760" cy="192024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  <a:effectLst>
            <a:outerShdw blurRad="76200" dist="25400" dir="5400000" algn="bl" rotWithShape="0">
              <a:srgbClr val="590D22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336792" y="1993392"/>
            <a:ext cx="566928" cy="566928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10" name="Image 0" descr="C:\Users\SERRA\AppData\Local\Temp\claude\C--Users-SERRA-OneDrive-Desktop-secureshield\c11ed790-c46b-4796-b780-73d67b3251b1\scratchpad\icons\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2855" y="2129455"/>
            <a:ext cx="294803" cy="294803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336792" y="2697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Kullanıcı Yönetimi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336792" y="303580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Kayıt, giriş, çıkış ve rol atama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961120" y="1737360"/>
            <a:ext cx="2651760" cy="192024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  <a:effectLst>
            <a:outerShdw blurRad="76200" dist="25400" dir="5400000" algn="bl" rotWithShape="0">
              <a:srgbClr val="590D22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9217152" y="1993392"/>
            <a:ext cx="566928" cy="566928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15" name="Image 1" descr="C:\Users\SERRA\AppData\Local\Temp\claude\C--Users-SERRA-OneDrive-Desktop-secureshield\c11ed790-c46b-4796-b780-73d67b3251b1\scratchpad\icons\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3215" y="2129455"/>
            <a:ext cx="294803" cy="29480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9217152" y="2697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 Bazlı Yetki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9217152" y="303580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ve Yazar ayrımı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080760" y="3931920"/>
            <a:ext cx="2651760" cy="192024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  <a:effectLst>
            <a:outerShdw blurRad="76200" dist="25400" dir="5400000" algn="bl" rotWithShape="0">
              <a:srgbClr val="590D22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336792" y="4187952"/>
            <a:ext cx="566928" cy="566928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20" name="Image 2" descr="C:\Users\SERRA\AppData\Local\Temp\claude\C--Users-SERRA-OneDrive-Desktop-secureshield\c11ed790-c46b-4796-b780-73d67b3251b1\scratchpad\icons\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2855" y="4324015"/>
            <a:ext cx="294803" cy="294803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336792" y="4892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Onay Süreci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336792" y="523036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Makale admin onayından geçer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8961120" y="3931920"/>
            <a:ext cx="2651760" cy="192024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  <a:effectLst>
            <a:outerShdw blurRad="76200" dist="25400" dir="5400000" algn="bl" rotWithShape="0">
              <a:srgbClr val="590D22">
                <a:alpha val="1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217152" y="4187952"/>
            <a:ext cx="566928" cy="566928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25" name="Image 3" descr="C:\Users\SERRA\AppData\Local\Temp\claude\C--Users-SERRA-OneDrive-Desktop-secureshield\c11ed790-c46b-4796-b780-73d67b3251b1\scratchpad\icons\commen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53215" y="4324015"/>
            <a:ext cx="294803" cy="294803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217152" y="4892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Yorum Sistemi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9217152" y="523036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Giriş yapan herkes yorum yapar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64008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BlogApp Projesi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GEREKSINIMLER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0664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4A0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Haftalık Hedefler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257800" cy="4434840"/>
          </a:xfrm>
          <a:prstGeom prst="roundRect">
            <a:avLst>
              <a:gd name="adj" fmla="val 2887"/>
            </a:avLst>
          </a:prstGeom>
          <a:solidFill>
            <a:srgbClr val="FFF0F3"/>
          </a:solidFill>
          <a:ln/>
          <a:effectLst>
            <a:outerShdw blurRad="76200" dist="25400" dir="5400000" algn="bl" rotWithShape="0">
              <a:srgbClr val="590D22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72200" y="1645920"/>
            <a:ext cx="5257800" cy="4434840"/>
          </a:xfrm>
          <a:prstGeom prst="roundRect">
            <a:avLst>
              <a:gd name="adj" fmla="val 2887"/>
            </a:avLst>
          </a:prstGeom>
          <a:solidFill>
            <a:srgbClr val="FFF0F3"/>
          </a:solidFill>
          <a:ln/>
          <a:effectLst>
            <a:outerShdw blurRad="76200" dist="25400" dir="5400000" algn="bl" rotWithShape="0">
              <a:srgbClr val="590D22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18745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Kullanıcı ve Yetki Yönetimi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92240" y="18745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 Yapısı ve Hazırlık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60120" y="2441448"/>
            <a:ext cx="292608" cy="292608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9" name="Image 0" descr="C:\Users\SERRA\AppData\Local\Temp\claude\C--Users-SERRA-OneDrive-Desktop-secureshield\c11ed790-c46b-4796-b780-73d67b3251b1\scratchpad\icons\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346" y="2511674"/>
            <a:ext cx="152156" cy="1521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80744" y="2423160"/>
            <a:ext cx="4242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Register, Login, Logout işlemleri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960120" y="3154680"/>
            <a:ext cx="292608" cy="292608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12" name="Image 1" descr="C:\Users\SERRA\AppData\Local\Temp\claude\C--Users-SERRA-OneDrive-Desktop-secureshield\c11ed790-c46b-4796-b780-73d67b3251b1\scratchpad\icons\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346" y="3224906"/>
            <a:ext cx="152156" cy="1521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380744" y="3136392"/>
            <a:ext cx="4242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ve Yazar rollerinin oluşturulması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960120" y="3867912"/>
            <a:ext cx="292608" cy="292608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15" name="Image 2" descr="C:\Users\SERRA\AppData\Local\Temp\claude\C--Users-SERRA-OneDrive-Desktop-secureshield\c11ed790-c46b-4796-b780-73d67b3251b1\scratchpad\icons\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346" y="3938138"/>
            <a:ext cx="152156" cy="15215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80744" y="3849624"/>
            <a:ext cx="4242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 kontrollerinin uygulanması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960120" y="4581144"/>
            <a:ext cx="292608" cy="292608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18" name="Image 3" descr="C:\Users\SERRA\AppData\Local\Temp\claude\C--Users-SERRA-OneDrive-Desktop-secureshield\c11ed790-c46b-4796-b780-73d67b3251b1\scratchpad\icons\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346" y="4651370"/>
            <a:ext cx="152156" cy="1521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380744" y="4562856"/>
            <a:ext cx="4242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ViewModel + Validation kullanımı</a:t>
            </a:r>
            <a:endParaRPr lang="en-US" sz="1350" dirty="0"/>
          </a:p>
        </p:txBody>
      </p:sp>
      <p:sp>
        <p:nvSpPr>
          <p:cNvPr id="20" name="Shape 14"/>
          <p:cNvSpPr/>
          <p:nvPr/>
        </p:nvSpPr>
        <p:spPr>
          <a:xfrm>
            <a:off x="960120" y="5294376"/>
            <a:ext cx="292608" cy="292608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21" name="Image 4" descr="C:\Users\SERRA\AppData\Local\Temp\claude\C--Users-SERRA-OneDrive-Desktop-secureshield\c11ed790-c46b-4796-b780-73d67b3251b1\scratchpad\icons\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346" y="5364602"/>
            <a:ext cx="152156" cy="152156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380744" y="5276088"/>
            <a:ext cx="4242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– Post – Category ilişkileri</a:t>
            </a:r>
            <a:endParaRPr lang="en-US" sz="1350" dirty="0"/>
          </a:p>
        </p:txBody>
      </p:sp>
      <p:sp>
        <p:nvSpPr>
          <p:cNvPr id="23" name="Shape 16"/>
          <p:cNvSpPr/>
          <p:nvPr/>
        </p:nvSpPr>
        <p:spPr>
          <a:xfrm>
            <a:off x="6492240" y="2441448"/>
            <a:ext cx="292608" cy="292608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24" name="Image 5" descr="C:\Users\SERRA\AppData\Local\Temp\claude\C--Users-SERRA-OneDrive-Desktop-secureshield\c11ed790-c46b-4796-b780-73d67b3251b1\scratchpad\icons\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466" y="2511674"/>
            <a:ext cx="152156" cy="152156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6912864" y="2423160"/>
            <a:ext cx="4242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süreçlerinin yönetilmesi</a:t>
            </a:r>
            <a:endParaRPr lang="en-US" sz="1350" dirty="0"/>
          </a:p>
        </p:txBody>
      </p:sp>
      <p:sp>
        <p:nvSpPr>
          <p:cNvPr id="26" name="Shape 18"/>
          <p:cNvSpPr/>
          <p:nvPr/>
        </p:nvSpPr>
        <p:spPr>
          <a:xfrm>
            <a:off x="6492240" y="3154680"/>
            <a:ext cx="292608" cy="292608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27" name="Image 6" descr="C:\Users\SERRA\AppData\Local\Temp\claude\C--Users-SERRA-OneDrive-Desktop-secureshield\c11ed790-c46b-4796-b780-73d67b3251b1\scratchpad\icons\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466" y="3224906"/>
            <a:ext cx="152156" cy="152156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6912864" y="3136392"/>
            <a:ext cx="4242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View kullanım mantığı</a:t>
            </a:r>
            <a:endParaRPr lang="en-US" sz="1350" dirty="0"/>
          </a:p>
        </p:txBody>
      </p:sp>
      <p:sp>
        <p:nvSpPr>
          <p:cNvPr id="29" name="Shape 20"/>
          <p:cNvSpPr/>
          <p:nvPr/>
        </p:nvSpPr>
        <p:spPr>
          <a:xfrm>
            <a:off x="6492240" y="3867912"/>
            <a:ext cx="292608" cy="292608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30" name="Image 7" descr="C:\Users\SERRA\AppData\Local\Temp\claude\C--Users-SERRA-OneDrive-Desktop-secureshield\c11ed790-c46b-4796-b780-73d67b3251b1\scratchpad\icons\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466" y="3938138"/>
            <a:ext cx="152156" cy="152156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6912864" y="3849624"/>
            <a:ext cx="4242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/ kullanıcı ekranlarının ayrışması</a:t>
            </a:r>
            <a:endParaRPr lang="en-US" sz="1350" dirty="0"/>
          </a:p>
        </p:txBody>
      </p:sp>
      <p:sp>
        <p:nvSpPr>
          <p:cNvPr id="32" name="Shape 22"/>
          <p:cNvSpPr/>
          <p:nvPr/>
        </p:nvSpPr>
        <p:spPr>
          <a:xfrm>
            <a:off x="6492240" y="4581144"/>
            <a:ext cx="292608" cy="292608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33" name="Image 8" descr="C:\Users\SERRA\AppData\Local\Temp\claude\C--Users-SERRA-OneDrive-Desktop-secureshield\c11ed790-c46b-4796-b780-73d67b3251b1\scratchpad\icons\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466" y="4651370"/>
            <a:ext cx="152156" cy="152156"/>
          </a:xfrm>
          <a:prstGeom prst="rect">
            <a:avLst/>
          </a:prstGeom>
        </p:spPr>
      </p:pic>
      <p:sp>
        <p:nvSpPr>
          <p:cNvPr id="34" name="Text 23"/>
          <p:cNvSpPr/>
          <p:nvPr/>
        </p:nvSpPr>
        <p:spPr>
          <a:xfrm>
            <a:off x="6912864" y="4562856"/>
            <a:ext cx="4242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Güvenli oturum ve şifre yönetimi</a:t>
            </a:r>
            <a:endParaRPr lang="en-US" sz="1350" dirty="0"/>
          </a:p>
        </p:txBody>
      </p:sp>
      <p:sp>
        <p:nvSpPr>
          <p:cNvPr id="35" name="Shape 24"/>
          <p:cNvSpPr/>
          <p:nvPr/>
        </p:nvSpPr>
        <p:spPr>
          <a:xfrm>
            <a:off x="6492240" y="5294376"/>
            <a:ext cx="292608" cy="292608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36" name="Image 9" descr="C:\Users\SERRA\AppData\Local\Temp\claude\C--Users-SERRA-OneDrive-Desktop-secureshield\c11ed790-c46b-4796-b780-73d67b3251b1\scratchpad\icons\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466" y="5364602"/>
            <a:ext cx="152156" cy="152156"/>
          </a:xfrm>
          <a:prstGeom prst="rect">
            <a:avLst/>
          </a:prstGeom>
        </p:spPr>
      </p:pic>
      <p:sp>
        <p:nvSpPr>
          <p:cNvPr id="37" name="Text 25"/>
          <p:cNvSpPr/>
          <p:nvPr/>
        </p:nvSpPr>
        <p:spPr>
          <a:xfrm>
            <a:off x="6912864" y="5276088"/>
            <a:ext cx="4242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hafta Layout entegrasyonuna hazırlık</a:t>
            </a:r>
            <a:endParaRPr lang="en-US" sz="1350" dirty="0"/>
          </a:p>
        </p:txBody>
      </p:sp>
      <p:sp>
        <p:nvSpPr>
          <p:cNvPr id="38" name="Text 26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39" name="Text 27"/>
          <p:cNvSpPr/>
          <p:nvPr/>
        </p:nvSpPr>
        <p:spPr>
          <a:xfrm>
            <a:off x="64008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BlogApp Projesi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TEKNOLOJILER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0664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4A0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Kullanılan Teknolojiler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520440" cy="2011680"/>
          </a:xfrm>
          <a:prstGeom prst="roundRect">
            <a:avLst>
              <a:gd name="adj" fmla="val 6364"/>
            </a:avLst>
          </a:prstGeom>
          <a:solidFill>
            <a:srgbClr val="FFF0F3"/>
          </a:solidFill>
          <a:ln/>
          <a:effectLst>
            <a:outerShdw blurRad="76200" dist="25400" dir="5400000" algn="bl" rotWithShape="0">
              <a:srgbClr val="590D22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075688"/>
            <a:ext cx="621792" cy="621792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6" name="Image 0" descr="C:\Users\SERRA\AppData\Local\Temp\claude\C--Users-SERRA-OneDrive-Desktop-secureshield\c11ed790-c46b-4796-b780-73d67b3251b1\scratchpad\icons\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630" y="2224918"/>
            <a:ext cx="323332" cy="3233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07568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MVC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691640" y="244144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Uygulama mimarisi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480560" y="1783080"/>
            <a:ext cx="3520440" cy="2011680"/>
          </a:xfrm>
          <a:prstGeom prst="roundRect">
            <a:avLst>
              <a:gd name="adj" fmla="val 6364"/>
            </a:avLst>
          </a:prstGeom>
          <a:solidFill>
            <a:srgbClr val="FFF0F3"/>
          </a:solidFill>
          <a:ln/>
          <a:effectLst>
            <a:outerShdw blurRad="76200" dist="25400" dir="5400000" algn="bl" rotWithShape="0">
              <a:srgbClr val="590D22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54880" y="2075688"/>
            <a:ext cx="621792" cy="621792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11" name="Image 1" descr="C:\Users\SERRA\AppData\Local\Temp\claude\C--Users-SERRA-OneDrive-Desktop-secureshield\c11ed790-c46b-4796-b780-73d67b3251b1\scratchpad\icons\data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4110" y="2224918"/>
            <a:ext cx="323332" cy="3233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32120" y="207568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Framework Core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5532120" y="244144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erişimi &amp; Migration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321040" y="1783080"/>
            <a:ext cx="3520440" cy="2011680"/>
          </a:xfrm>
          <a:prstGeom prst="roundRect">
            <a:avLst>
              <a:gd name="adj" fmla="val 6364"/>
            </a:avLst>
          </a:prstGeom>
          <a:solidFill>
            <a:srgbClr val="FFF0F3"/>
          </a:solidFill>
          <a:ln/>
          <a:effectLst>
            <a:outerShdw blurRad="76200" dist="25400" dir="5400000" algn="bl" rotWithShape="0">
              <a:srgbClr val="590D22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595360" y="2075688"/>
            <a:ext cx="621792" cy="621792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16" name="Image 2" descr="C:\Users\SERRA\AppData\Local\Temp\claude\C--Users-SERRA-OneDrive-Desktop-secureshield\c11ed790-c46b-4796-b780-73d67b3251b1\scratchpad\icons\l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4590" y="2224918"/>
            <a:ext cx="323332" cy="3233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372600" y="207568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Identity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9372600" y="244144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Kimlik doğrulama &amp; roller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40080" y="4114800"/>
            <a:ext cx="3520440" cy="2011680"/>
          </a:xfrm>
          <a:prstGeom prst="roundRect">
            <a:avLst>
              <a:gd name="adj" fmla="val 6364"/>
            </a:avLst>
          </a:prstGeom>
          <a:solidFill>
            <a:srgbClr val="FFF0F3"/>
          </a:solidFill>
          <a:ln/>
          <a:effectLst>
            <a:outerShdw blurRad="76200" dist="25400" dir="5400000" algn="bl" rotWithShape="0">
              <a:srgbClr val="590D22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14400" y="4407408"/>
            <a:ext cx="621792" cy="621792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21" name="Image 3" descr="C:\Users\SERRA\AppData\Local\Temp\claude\C--Users-SERRA-OneDrive-Desktop-secureshield\c11ed790-c46b-4796-b780-73d67b3251b1\scratchpad\icons\palet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3630" y="4556638"/>
            <a:ext cx="323332" cy="32333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691640" y="440740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Razor + Bootstrap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1691640" y="477316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Görünüm katmanı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480560" y="4114800"/>
            <a:ext cx="3520440" cy="2011680"/>
          </a:xfrm>
          <a:prstGeom prst="roundRect">
            <a:avLst>
              <a:gd name="adj" fmla="val 6364"/>
            </a:avLst>
          </a:prstGeom>
          <a:solidFill>
            <a:srgbClr val="FFF0F3"/>
          </a:solidFill>
          <a:ln/>
          <a:effectLst>
            <a:outerShdw blurRad="76200" dist="25400" dir="5400000" algn="bl" rotWithShape="0">
              <a:srgbClr val="590D22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754880" y="4407408"/>
            <a:ext cx="621792" cy="621792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26" name="Image 4" descr="C:\Users\SERRA\AppData\Local\Temp\claude\C--Users-SERRA-OneDrive-Desktop-secureshield\c11ed790-c46b-4796-b780-73d67b3251b1\scratchpad\icons\serv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04110" y="4556638"/>
            <a:ext cx="323332" cy="32333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532120" y="440740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/ LocalDB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5532120" y="477316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Veritabanı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8321040" y="4114800"/>
            <a:ext cx="3520440" cy="2011680"/>
          </a:xfrm>
          <a:prstGeom prst="roundRect">
            <a:avLst>
              <a:gd name="adj" fmla="val 6364"/>
            </a:avLst>
          </a:prstGeom>
          <a:solidFill>
            <a:srgbClr val="FFF0F3"/>
          </a:solidFill>
          <a:ln/>
          <a:effectLst>
            <a:outerShdw blurRad="76200" dist="25400" dir="5400000" algn="bl" rotWithShape="0">
              <a:srgbClr val="590D22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595360" y="4407408"/>
            <a:ext cx="621792" cy="621792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31" name="Image 5" descr="C:\Users\SERRA\AppData\Local\Temp\claude\C--Users-SERRA-OneDrive-Desktop-secureshield\c11ed790-c46b-4796-b780-73d67b3251b1\scratchpad\icons\githu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44590" y="4556638"/>
            <a:ext cx="323332" cy="32333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372600" y="440740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</a:t>
            </a:r>
            <a:endParaRPr lang="en-US" sz="1450" dirty="0"/>
          </a:p>
        </p:txBody>
      </p:sp>
      <p:sp>
        <p:nvSpPr>
          <p:cNvPr id="33" name="Text 25"/>
          <p:cNvSpPr/>
          <p:nvPr/>
        </p:nvSpPr>
        <p:spPr>
          <a:xfrm>
            <a:off x="9372600" y="477316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Versiyon kontrolü</a:t>
            </a:r>
            <a:endParaRPr lang="en-US" sz="1150" dirty="0"/>
          </a:p>
        </p:txBody>
      </p:sp>
      <p:sp>
        <p:nvSpPr>
          <p:cNvPr id="34" name="Text 26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35" name="Text 27"/>
          <p:cNvSpPr/>
          <p:nvPr/>
        </p:nvSpPr>
        <p:spPr>
          <a:xfrm>
            <a:off x="64008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BlogApp Projesi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MIMARI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0664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4A0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MVC Mimarisi Nasıl Çalışıyor?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1828800" cy="1828800"/>
          </a:xfrm>
          <a:prstGeom prst="roundRect">
            <a:avLst>
              <a:gd name="adj" fmla="val 8000"/>
            </a:avLst>
          </a:prstGeom>
          <a:solidFill>
            <a:srgbClr val="FFF0F3"/>
          </a:solidFill>
          <a:ln/>
          <a:effectLst>
            <a:outerShdw blurRad="76200" dist="25400" dir="5400000" algn="bl" rotWithShape="0">
              <a:srgbClr val="590D22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52728" y="2587752"/>
            <a:ext cx="603504" cy="603504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6" name="Image 0" descr="C:\Users\SERRA\AppData\Local\Temp\claude\C--Users-SERRA-OneDrive-Desktop-secureshield\c11ed790-c46b-4796-b780-73d67b3251b1\scratchpad\icons\desk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7569" y="2732593"/>
            <a:ext cx="313822" cy="31382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33192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Kullanıcı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36301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Tarayıcı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910078" y="2331720"/>
            <a:ext cx="1828800" cy="1828800"/>
          </a:xfrm>
          <a:prstGeom prst="roundRect">
            <a:avLst>
              <a:gd name="adj" fmla="val 8000"/>
            </a:avLst>
          </a:prstGeom>
          <a:solidFill>
            <a:srgbClr val="FFF0F3"/>
          </a:solidFill>
          <a:ln/>
          <a:effectLst>
            <a:outerShdw blurRad="76200" dist="25400" dir="5400000" algn="bl" rotWithShape="0">
              <a:srgbClr val="590D22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22726" y="2587752"/>
            <a:ext cx="603504" cy="603504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11" name="Image 1" descr="C:\Users\SERRA\AppData\Local\Temp\claude\C--Users-SERRA-OneDrive-Desktop-secureshield\c11ed790-c46b-4796-b780-73d67b3251b1\scratchpad\icons\wind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7567" y="2732593"/>
            <a:ext cx="313822" cy="31382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910078" y="33192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2910078" y="36301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Razor + Bootstrap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180076" y="2331720"/>
            <a:ext cx="1828800" cy="1828800"/>
          </a:xfrm>
          <a:prstGeom prst="roundRect">
            <a:avLst>
              <a:gd name="adj" fmla="val 8000"/>
            </a:avLst>
          </a:prstGeom>
          <a:solidFill>
            <a:srgbClr val="FFCCD5"/>
          </a:solidFill>
          <a:ln/>
          <a:effectLst>
            <a:outerShdw blurRad="76200" dist="25400" dir="5400000" algn="bl" rotWithShape="0">
              <a:srgbClr val="590D22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5792724" y="2587752"/>
            <a:ext cx="603504" cy="603504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16" name="Image 2" descr="C:\Users\SERRA\AppData\Local\Temp\claude\C--Users-SERRA-OneDrive-Desktop-secureshield\c11ed790-c46b-4796-b780-73d67b3251b1\scratchpad\icons\cog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7565" y="2732593"/>
            <a:ext cx="313822" cy="31382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180076" y="33192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5180076" y="36301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İş mantığı + Authorize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7450074" y="2331720"/>
            <a:ext cx="1828800" cy="1828800"/>
          </a:xfrm>
          <a:prstGeom prst="roundRect">
            <a:avLst>
              <a:gd name="adj" fmla="val 8000"/>
            </a:avLst>
          </a:prstGeom>
          <a:solidFill>
            <a:srgbClr val="FFF0F3"/>
          </a:solidFill>
          <a:ln/>
          <a:effectLst>
            <a:outerShdw blurRad="76200" dist="25400" dir="5400000" algn="bl" rotWithShape="0">
              <a:srgbClr val="590D22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062722" y="2587752"/>
            <a:ext cx="603504" cy="603504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21" name="Image 3" descr="C:\Users\SERRA\AppData\Local\Temp\claude\C--Users-SERRA-OneDrive-Desktop-secureshield\c11ed790-c46b-4796-b780-73d67b3251b1\scratchpad\icons\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7563" y="2732593"/>
            <a:ext cx="313822" cy="31382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50074" y="33192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/ EF Core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7450074" y="36301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DbContext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9720072" y="2331720"/>
            <a:ext cx="1828800" cy="1828800"/>
          </a:xfrm>
          <a:prstGeom prst="roundRect">
            <a:avLst>
              <a:gd name="adj" fmla="val 8000"/>
            </a:avLst>
          </a:prstGeom>
          <a:solidFill>
            <a:srgbClr val="FFF0F3"/>
          </a:solidFill>
          <a:ln/>
          <a:effectLst>
            <a:outerShdw blurRad="76200" dist="25400" dir="5400000" algn="bl" rotWithShape="0">
              <a:srgbClr val="590D22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10332720" y="2587752"/>
            <a:ext cx="603504" cy="603504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26" name="Image 4" descr="C:\Users\SERRA\AppData\Local\Temp\claude\C--Users-SERRA-OneDrive-Desktop-secureshield\c11ed790-c46b-4796-b780-73d67b3251b1\scratchpad\icons\serv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77561" y="2732593"/>
            <a:ext cx="313822" cy="31382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9720072" y="33192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Veritabanı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9720072" y="36301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2377440" y="2834640"/>
            <a:ext cx="624078" cy="0"/>
          </a:xfrm>
          <a:prstGeom prst="line">
            <a:avLst/>
          </a:prstGeom>
          <a:noFill/>
          <a:ln w="28575">
            <a:solidFill>
              <a:srgbClr val="C9184A"/>
            </a:solidFill>
            <a:prstDash val="solid"/>
            <a:tailEnd type="triangle"/>
          </a:ln>
        </p:spPr>
      </p:sp>
      <p:sp>
        <p:nvSpPr>
          <p:cNvPr id="30" name="Shape 23"/>
          <p:cNvSpPr/>
          <p:nvPr/>
        </p:nvSpPr>
        <p:spPr>
          <a:xfrm>
            <a:off x="4647438" y="2834640"/>
            <a:ext cx="624078" cy="0"/>
          </a:xfrm>
          <a:prstGeom prst="line">
            <a:avLst/>
          </a:prstGeom>
          <a:noFill/>
          <a:ln w="28575">
            <a:solidFill>
              <a:srgbClr val="C9184A"/>
            </a:solidFill>
            <a:prstDash val="solid"/>
            <a:tailEnd type="triangle"/>
          </a:ln>
        </p:spPr>
      </p:sp>
      <p:sp>
        <p:nvSpPr>
          <p:cNvPr id="31" name="Shape 24"/>
          <p:cNvSpPr/>
          <p:nvPr/>
        </p:nvSpPr>
        <p:spPr>
          <a:xfrm>
            <a:off x="6917436" y="2834640"/>
            <a:ext cx="624078" cy="0"/>
          </a:xfrm>
          <a:prstGeom prst="line">
            <a:avLst/>
          </a:prstGeom>
          <a:noFill/>
          <a:ln w="28575">
            <a:solidFill>
              <a:srgbClr val="C9184A"/>
            </a:solidFill>
            <a:prstDash val="solid"/>
            <a:tailEnd type="triangle"/>
          </a:ln>
        </p:spPr>
      </p:sp>
      <p:sp>
        <p:nvSpPr>
          <p:cNvPr id="32" name="Shape 25"/>
          <p:cNvSpPr/>
          <p:nvPr/>
        </p:nvSpPr>
        <p:spPr>
          <a:xfrm>
            <a:off x="9187434" y="2834640"/>
            <a:ext cx="624078" cy="0"/>
          </a:xfrm>
          <a:prstGeom prst="line">
            <a:avLst/>
          </a:prstGeom>
          <a:noFill/>
          <a:ln w="28575">
            <a:solidFill>
              <a:srgbClr val="C9184A"/>
            </a:solidFill>
            <a:prstDash val="solid"/>
            <a:tailEnd type="triangle"/>
          </a:ln>
        </p:spPr>
      </p:sp>
      <p:sp>
        <p:nvSpPr>
          <p:cNvPr id="33" name="Text 26"/>
          <p:cNvSpPr/>
          <p:nvPr/>
        </p:nvSpPr>
        <p:spPr>
          <a:xfrm>
            <a:off x="640080" y="19476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İstek Akışı (Request)</a:t>
            </a:r>
            <a:endParaRPr lang="en-US" sz="1100" dirty="0"/>
          </a:p>
        </p:txBody>
      </p:sp>
      <p:sp>
        <p:nvSpPr>
          <p:cNvPr id="34" name="Text 27"/>
          <p:cNvSpPr/>
          <p:nvPr/>
        </p:nvSpPr>
        <p:spPr>
          <a:xfrm>
            <a:off x="640080" y="466344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300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Kullanıcının tarayıcıdan yaptığı istek Controller'a ulaşır; Controller, Model/EF Core aracılığıyla veritabanıyla konuşur ve sonucu bir ViewModel ile View'a aktararak sayfayı oluşturur.</a:t>
            </a:r>
            <a:endParaRPr lang="en-US" sz="1300" dirty="0"/>
          </a:p>
        </p:txBody>
      </p:sp>
      <p:sp>
        <p:nvSpPr>
          <p:cNvPr id="35" name="Text 28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6" name="Text 29"/>
          <p:cNvSpPr/>
          <p:nvPr/>
        </p:nvSpPr>
        <p:spPr>
          <a:xfrm>
            <a:off x="64008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BlogApp Projesi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VERITABANI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0664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4A0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 Modeli ve İlişkiler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2377440" cy="1371600"/>
          </a:xfrm>
          <a:prstGeom prst="roundRect">
            <a:avLst>
              <a:gd name="adj" fmla="val 10667"/>
            </a:avLst>
          </a:prstGeom>
          <a:solidFill>
            <a:srgbClr val="FFF0F3"/>
          </a:solidFill>
          <a:ln/>
          <a:effectLst>
            <a:outerShdw blurRad="76200" dist="25400" dir="5400000" algn="bl" rotWithShape="0">
              <a:srgbClr val="590D22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24128" y="2066544"/>
            <a:ext cx="502920" cy="502920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6" name="Image 0" descr="C:\Users\SERRA\AppData\Local\Temp\claude\C--Users-SERRA-OneDrive-Desktop-secureshield\c11ed790-c46b-4796-b780-73d67b3251b1\scratchpad\icons\us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4829" y="2187245"/>
            <a:ext cx="261518" cy="26151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64208" y="20116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664208" y="235915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IdentityUser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(kayıtlı kullanıcı)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988552" y="1828800"/>
            <a:ext cx="2377440" cy="1371600"/>
          </a:xfrm>
          <a:prstGeom prst="roundRect">
            <a:avLst>
              <a:gd name="adj" fmla="val 10667"/>
            </a:avLst>
          </a:prstGeom>
          <a:solidFill>
            <a:srgbClr val="FFF0F3"/>
          </a:solidFill>
          <a:ln/>
          <a:effectLst>
            <a:outerShdw blurRad="76200" dist="25400" dir="5400000" algn="bl" rotWithShape="0">
              <a:srgbClr val="590D22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89720" y="2066544"/>
            <a:ext cx="502920" cy="502920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11" name="Image 1" descr="C:\Users\SERRA\AppData\Local\Temp\claude\C--Users-SERRA-OneDrive-Desktop-secureshield\c11ed790-c46b-4796-b780-73d67b3251b1\scratchpad\icons\ta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0421" y="2187245"/>
            <a:ext cx="261518" cy="26151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829800" y="20116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9829800" y="235915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Makale kategorisi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905756" y="3246120"/>
            <a:ext cx="2377440" cy="1371600"/>
          </a:xfrm>
          <a:prstGeom prst="roundRect">
            <a:avLst>
              <a:gd name="adj" fmla="val 10667"/>
            </a:avLst>
          </a:prstGeom>
          <a:solidFill>
            <a:srgbClr val="FFF0F3"/>
          </a:solidFill>
          <a:ln/>
          <a:effectLst>
            <a:outerShdw blurRad="76200" dist="25400" dir="5400000" algn="bl" rotWithShape="0">
              <a:srgbClr val="590D22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5106924" y="3483864"/>
            <a:ext cx="502920" cy="502920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16" name="Image 2" descr="C:\Users\SERRA\AppData\Local\Temp\claude\C--Users-SERRA-OneDrive-Desktop-secureshield\c11ed790-c46b-4796-b780-73d67b3251b1\scratchpad\icons\p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7625" y="3604565"/>
            <a:ext cx="261518" cy="26151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747004" y="3429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5747004" y="377647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Makale (Status: Pending / Approved / Rejected)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905756" y="5074920"/>
            <a:ext cx="2377440" cy="1371600"/>
          </a:xfrm>
          <a:prstGeom prst="roundRect">
            <a:avLst>
              <a:gd name="adj" fmla="val 10667"/>
            </a:avLst>
          </a:prstGeom>
          <a:solidFill>
            <a:srgbClr val="FFF0F3"/>
          </a:solidFill>
          <a:ln/>
          <a:effectLst>
            <a:outerShdw blurRad="76200" dist="25400" dir="5400000" algn="bl" rotWithShape="0">
              <a:srgbClr val="590D22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5106924" y="5312664"/>
            <a:ext cx="502920" cy="502920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21" name="Image 3" descr="C:\Users\SERRA\AppData\Local\Temp\claude\C--Users-SERRA-OneDrive-Desktop-secureshield\c11ed790-c46b-4796-b780-73d67b3251b1\scratchpad\icons\commen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27625" y="5433365"/>
            <a:ext cx="261518" cy="26151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747004" y="52578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5747004" y="560527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Makaleye yapılan yorum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3200400" y="2514600"/>
            <a:ext cx="1705356" cy="1005840"/>
          </a:xfrm>
          <a:prstGeom prst="line">
            <a:avLst/>
          </a:prstGeom>
          <a:noFill/>
          <a:ln w="25400">
            <a:solidFill>
              <a:srgbClr val="C9184A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3595878" y="2871216"/>
            <a:ext cx="914400" cy="292608"/>
          </a:xfrm>
          <a:prstGeom prst="rect">
            <a:avLst/>
          </a:prstGeom>
          <a:solidFill>
            <a:srgbClr val="C9184A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: N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7283196" y="2514600"/>
            <a:ext cx="1705356" cy="1005840"/>
          </a:xfrm>
          <a:prstGeom prst="line">
            <a:avLst/>
          </a:prstGeom>
          <a:noFill/>
          <a:ln w="25400">
            <a:solidFill>
              <a:srgbClr val="C9184A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7678674" y="2871216"/>
            <a:ext cx="914400" cy="292608"/>
          </a:xfrm>
          <a:prstGeom prst="rect">
            <a:avLst/>
          </a:prstGeom>
          <a:solidFill>
            <a:srgbClr val="C9184A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: N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6094476" y="4617720"/>
            <a:ext cx="0" cy="457200"/>
          </a:xfrm>
          <a:prstGeom prst="line">
            <a:avLst/>
          </a:prstGeom>
          <a:noFill/>
          <a:ln w="25400">
            <a:solidFill>
              <a:srgbClr val="C9184A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5637276" y="4700016"/>
            <a:ext cx="914400" cy="292608"/>
          </a:xfrm>
          <a:prstGeom prst="rect">
            <a:avLst/>
          </a:prstGeom>
          <a:solidFill>
            <a:srgbClr val="C9184A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: N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31" name="Text 25"/>
          <p:cNvSpPr/>
          <p:nvPr/>
        </p:nvSpPr>
        <p:spPr>
          <a:xfrm>
            <a:off x="64008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BlogApp Projesi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KIMLIK DOĞRULAMA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0664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4A0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Authentication Nasıl Çalışıyor?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908792" cy="914400"/>
          </a:xfrm>
          <a:prstGeom prst="roundRect">
            <a:avLst>
              <a:gd name="adj" fmla="val 14000"/>
            </a:avLst>
          </a:prstGeom>
          <a:solidFill>
            <a:srgbClr val="FFF0F3"/>
          </a:solidFill>
          <a:ln/>
          <a:effectLst>
            <a:outerShdw blurRad="76200" dist="25400" dir="5400000" algn="bl" rotWithShape="0">
              <a:srgbClr val="590D22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874520"/>
            <a:ext cx="548640" cy="548640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6" name="Image 0" descr="C:\Users\SERRA\AppData\Local\Temp\claude\C--Users-SERRA-OneDrive-Desktop-secureshield\c11ed790-c46b-4796-b780-73d67b3251b1\scratchpad\icons\userpl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074" y="2006194"/>
            <a:ext cx="285293" cy="2852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7830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572000" y="1783080"/>
            <a:ext cx="6976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Yeni kullanıcı ASP.NET Core Identity ile oluşturulur ve otomatik olarak "Yazar" rolü atanır.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0080" y="2770632"/>
            <a:ext cx="10908792" cy="914400"/>
          </a:xfrm>
          <a:prstGeom prst="roundRect">
            <a:avLst>
              <a:gd name="adj" fmla="val 14000"/>
            </a:avLst>
          </a:prstGeom>
          <a:solidFill>
            <a:srgbClr val="FFF0F3"/>
          </a:solidFill>
          <a:ln/>
          <a:effectLst>
            <a:outerShdw blurRad="76200" dist="25400" dir="5400000" algn="bl" rotWithShape="0">
              <a:srgbClr val="590D22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2953512"/>
            <a:ext cx="548640" cy="548640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11" name="Image 1" descr="C:\Users\SERRA\AppData\Local\Temp\claude\C--Users-SERRA-OneDrive-Desktop-secureshield\c11ed790-c46b-4796-b780-73d67b3251b1\scratchpad\icons\sign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6074" y="3085186"/>
            <a:ext cx="285293" cy="28529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91640" y="2862072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572000" y="2862072"/>
            <a:ext cx="6976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E-posta ve şifre doğrulanır; başarılı girişte güvenli bir oturum çerezi (cookie) oluşturulur.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40080" y="3849624"/>
            <a:ext cx="10908792" cy="914400"/>
          </a:xfrm>
          <a:prstGeom prst="roundRect">
            <a:avLst>
              <a:gd name="adj" fmla="val 14000"/>
            </a:avLst>
          </a:prstGeom>
          <a:solidFill>
            <a:srgbClr val="FFF0F3"/>
          </a:solidFill>
          <a:ln/>
          <a:effectLst>
            <a:outerShdw blurRad="76200" dist="25400" dir="5400000" algn="bl" rotWithShape="0">
              <a:srgbClr val="590D22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4032504"/>
            <a:ext cx="548640" cy="548640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16" name="Image 2" descr="C:\Users\SERRA\AppData\Local\Temp\claude\C--Users-SERRA-OneDrive-Desktop-secureshield\c11ed790-c46b-4796-b780-73d67b3251b1\scratchpad\icons\signou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074" y="4164178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3941064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Logout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4572000" y="3941064"/>
            <a:ext cx="6976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Oturum çerezi sonlandırılır, kullanıcı güvenli şekilde çıkış yapar.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40080" y="4928616"/>
            <a:ext cx="10908792" cy="914400"/>
          </a:xfrm>
          <a:prstGeom prst="roundRect">
            <a:avLst>
              <a:gd name="adj" fmla="val 14000"/>
            </a:avLst>
          </a:prstGeom>
          <a:solidFill>
            <a:srgbClr val="FFF0F3"/>
          </a:solidFill>
          <a:ln/>
          <a:effectLst>
            <a:outerShdw blurRad="76200" dist="25400" dir="5400000" algn="bl" rotWithShape="0">
              <a:srgbClr val="590D22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14400" y="5111496"/>
            <a:ext cx="548640" cy="548640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21" name="Image 3" descr="C:\Users\SERRA\AppData\Local\Temp\claude\C--Users-SERRA-OneDrive-Desktop-secureshield\c11ed790-c46b-4796-b780-73d67b3251b1\scratchpad\icons\lo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6074" y="5243170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691640" y="5020056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Şifre Politikası &amp; Kilitleme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4572000" y="5020056"/>
            <a:ext cx="6976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Büyük/küçük harf + rakam zorunlu; 5 başarısız denemede hesap 5 dakika kilitlenir.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64008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BlogApp Projesi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YETKILENDIRME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0664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4A0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 ve Yazar Rolleri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257800" cy="4389120"/>
          </a:xfrm>
          <a:prstGeom prst="roundRect">
            <a:avLst>
              <a:gd name="adj" fmla="val 2917"/>
            </a:avLst>
          </a:prstGeom>
          <a:solidFill>
            <a:srgbClr val="590D22"/>
          </a:solidFill>
          <a:ln/>
          <a:effectLst>
            <a:outerShdw blurRad="76200" dist="25400" dir="5400000" algn="bl" rotWithShape="0">
              <a:srgbClr val="590D22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72200" y="1645920"/>
            <a:ext cx="5257800" cy="4389120"/>
          </a:xfrm>
          <a:prstGeom prst="roundRect">
            <a:avLst>
              <a:gd name="adj" fmla="val 2917"/>
            </a:avLst>
          </a:prstGeom>
          <a:solidFill>
            <a:srgbClr val="FFF0F3"/>
          </a:solidFill>
          <a:ln/>
          <a:effectLst>
            <a:outerShdw blurRad="76200" dist="25400" dir="5400000" algn="bl" rotWithShape="0">
              <a:srgbClr val="590D22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1920240"/>
            <a:ext cx="566928" cy="566928"/>
          </a:xfrm>
          <a:prstGeom prst="ellipse">
            <a:avLst/>
          </a:prstGeom>
          <a:solidFill>
            <a:srgbClr val="FFD60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7" name="Image 0" descr="C:\Users\SERRA\AppData\Local\Temp\claude\C--Users-SERRA-OneDrive-Desktop-secureshield\c11ed790-c46b-4796-b780-73d67b3251b1\scratchpad\icons\user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183" y="2056303"/>
            <a:ext cx="294803" cy="29480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45920" y="19659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492240" y="1920240"/>
            <a:ext cx="566928" cy="566928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10" name="Image 1" descr="C:\Users\SERRA\AppData\Local\Temp\claude\C--Users-SERRA-OneDrive-Desktop-secureshield\c11ed790-c46b-4796-b780-73d67b3251b1\scratchpad\icons\feath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8303" y="2056303"/>
            <a:ext cx="294803" cy="29480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178040" y="19659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91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Yazar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960120" y="2724912"/>
            <a:ext cx="201168" cy="201168"/>
          </a:xfrm>
          <a:prstGeom prst="ellipse">
            <a:avLst/>
          </a:prstGeom>
          <a:solidFill>
            <a:srgbClr val="FFD60A"/>
          </a:solidFill>
          <a:ln/>
        </p:spPr>
      </p:sp>
      <p:sp>
        <p:nvSpPr>
          <p:cNvPr id="13" name="Text 9"/>
          <p:cNvSpPr/>
          <p:nvPr/>
        </p:nvSpPr>
        <p:spPr>
          <a:xfrm>
            <a:off x="1298448" y="269748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 kullanıcıları görüntüler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960120" y="3383280"/>
            <a:ext cx="201168" cy="201168"/>
          </a:xfrm>
          <a:prstGeom prst="ellipse">
            <a:avLst/>
          </a:prstGeom>
          <a:solidFill>
            <a:srgbClr val="FFD60A"/>
          </a:solidFill>
          <a:ln/>
        </p:spPr>
      </p:sp>
      <p:sp>
        <p:nvSpPr>
          <p:cNvPr id="15" name="Text 11"/>
          <p:cNvSpPr/>
          <p:nvPr/>
        </p:nvSpPr>
        <p:spPr>
          <a:xfrm>
            <a:off x="1298448" y="335584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 makaleleri yönetebilir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960120" y="4041648"/>
            <a:ext cx="201168" cy="201168"/>
          </a:xfrm>
          <a:prstGeom prst="ellipse">
            <a:avLst/>
          </a:prstGeom>
          <a:solidFill>
            <a:srgbClr val="FFD60A"/>
          </a:solidFill>
          <a:ln/>
        </p:spPr>
      </p:sp>
      <p:sp>
        <p:nvSpPr>
          <p:cNvPr id="17" name="Text 13"/>
          <p:cNvSpPr/>
          <p:nvPr/>
        </p:nvSpPr>
        <p:spPr>
          <a:xfrm>
            <a:off x="1298448" y="401421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Kategori oluşturur / düzenler / siler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960120" y="4700016"/>
            <a:ext cx="201168" cy="201168"/>
          </a:xfrm>
          <a:prstGeom prst="ellipse">
            <a:avLst/>
          </a:prstGeom>
          <a:solidFill>
            <a:srgbClr val="FFD60A"/>
          </a:solidFill>
          <a:ln/>
        </p:spPr>
      </p:sp>
      <p:sp>
        <p:nvSpPr>
          <p:cNvPr id="19" name="Text 15"/>
          <p:cNvSpPr/>
          <p:nvPr/>
        </p:nvSpPr>
        <p:spPr>
          <a:xfrm>
            <a:off x="1298448" y="46725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Makaleleri onaylar veya reddeder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960120" y="5358384"/>
            <a:ext cx="201168" cy="201168"/>
          </a:xfrm>
          <a:prstGeom prst="ellipse">
            <a:avLst/>
          </a:prstGeom>
          <a:solidFill>
            <a:srgbClr val="FFD60A"/>
          </a:solidFill>
          <a:ln/>
        </p:spPr>
      </p:sp>
      <p:sp>
        <p:nvSpPr>
          <p:cNvPr id="21" name="Text 17"/>
          <p:cNvSpPr/>
          <p:nvPr/>
        </p:nvSpPr>
        <p:spPr>
          <a:xfrm>
            <a:off x="1298448" y="5330952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Uygunsuz yorumları modere eder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492240" y="2724912"/>
            <a:ext cx="201168" cy="201168"/>
          </a:xfrm>
          <a:prstGeom prst="ellipse">
            <a:avLst/>
          </a:prstGeom>
          <a:solidFill>
            <a:srgbClr val="C9184A"/>
          </a:solidFill>
          <a:ln/>
        </p:spPr>
      </p:sp>
      <p:sp>
        <p:nvSpPr>
          <p:cNvPr id="23" name="Text 19"/>
          <p:cNvSpPr/>
          <p:nvPr/>
        </p:nvSpPr>
        <p:spPr>
          <a:xfrm>
            <a:off x="6830568" y="269748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Makale oluşturur (admin onayı bekler)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6492240" y="3383280"/>
            <a:ext cx="201168" cy="201168"/>
          </a:xfrm>
          <a:prstGeom prst="ellipse">
            <a:avLst/>
          </a:prstGeom>
          <a:solidFill>
            <a:srgbClr val="C9184A"/>
          </a:solidFill>
          <a:ln/>
        </p:spPr>
      </p:sp>
      <p:sp>
        <p:nvSpPr>
          <p:cNvPr id="25" name="Text 21"/>
          <p:cNvSpPr/>
          <p:nvPr/>
        </p:nvSpPr>
        <p:spPr>
          <a:xfrm>
            <a:off x="6830568" y="335584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Yalnızca kendi makalesini düzenler / siler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6492240" y="4041648"/>
            <a:ext cx="201168" cy="201168"/>
          </a:xfrm>
          <a:prstGeom prst="ellipse">
            <a:avLst/>
          </a:prstGeom>
          <a:solidFill>
            <a:srgbClr val="C9184A"/>
          </a:solidFill>
          <a:ln/>
        </p:spPr>
      </p:sp>
      <p:sp>
        <p:nvSpPr>
          <p:cNvPr id="27" name="Text 23"/>
          <p:cNvSpPr/>
          <p:nvPr/>
        </p:nvSpPr>
        <p:spPr>
          <a:xfrm>
            <a:off x="6830568" y="401421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Başka bir yazarın makalesine erişemez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6492240" y="4700016"/>
            <a:ext cx="201168" cy="201168"/>
          </a:xfrm>
          <a:prstGeom prst="ellipse">
            <a:avLst/>
          </a:prstGeom>
          <a:solidFill>
            <a:srgbClr val="C9184A"/>
          </a:solidFill>
          <a:ln/>
        </p:spPr>
      </p:sp>
      <p:sp>
        <p:nvSpPr>
          <p:cNvPr id="29" name="Text 25"/>
          <p:cNvSpPr/>
          <p:nvPr/>
        </p:nvSpPr>
        <p:spPr>
          <a:xfrm>
            <a:off x="6830568" y="46725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Makalelere yorum yapabilir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6492240" y="5358384"/>
            <a:ext cx="201168" cy="201168"/>
          </a:xfrm>
          <a:prstGeom prst="ellipse">
            <a:avLst/>
          </a:prstGeom>
          <a:solidFill>
            <a:srgbClr val="C9184A"/>
          </a:solidFill>
          <a:ln/>
        </p:spPr>
      </p:sp>
      <p:sp>
        <p:nvSpPr>
          <p:cNvPr id="31" name="Text 27"/>
          <p:cNvSpPr/>
          <p:nvPr/>
        </p:nvSpPr>
        <p:spPr>
          <a:xfrm>
            <a:off x="6830568" y="5330952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Düzenlediği makale tekrar onaya girer</a:t>
            </a:r>
            <a:endParaRPr lang="en-US" sz="1300" dirty="0"/>
          </a:p>
        </p:txBody>
      </p:sp>
      <p:sp>
        <p:nvSpPr>
          <p:cNvPr id="32" name="Text 28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64008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BlogApp Projesi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ONAY SÜRECI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0664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4A0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 Makale Nasıl Yayınlanır?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" y="1965960"/>
            <a:ext cx="2011680" cy="1920240"/>
          </a:xfrm>
          <a:prstGeom prst="roundRect">
            <a:avLst>
              <a:gd name="adj" fmla="val 7619"/>
            </a:avLst>
          </a:prstGeom>
          <a:solidFill>
            <a:srgbClr val="FFF0F3"/>
          </a:solidFill>
          <a:ln/>
          <a:effectLst>
            <a:outerShdw blurRad="76200" dist="25400" dir="5400000" algn="bl" rotWithShape="0">
              <a:srgbClr val="590D22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709928" y="2221992"/>
            <a:ext cx="603504" cy="603504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6" name="Image 0" descr="C:\Users\SERRA\AppData\Local\Temp\claude\C--Users-SERRA-OneDrive-Desktop-secureshield\c11ed790-c46b-4796-b780-73d67b3251b1\scratchpad\icons\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4769" y="2366833"/>
            <a:ext cx="313822" cy="31382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29260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Yazar Oluşturur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097280" y="326440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Yeni makale kaydedilir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090672" y="2926080"/>
            <a:ext cx="356616" cy="0"/>
          </a:xfrm>
          <a:prstGeom prst="line">
            <a:avLst/>
          </a:prstGeom>
          <a:noFill/>
          <a:ln w="31750">
            <a:solidFill>
              <a:srgbClr val="C9184A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3520440" y="1965960"/>
            <a:ext cx="2011680" cy="1920240"/>
          </a:xfrm>
          <a:prstGeom prst="roundRect">
            <a:avLst>
              <a:gd name="adj" fmla="val 7619"/>
            </a:avLst>
          </a:prstGeom>
          <a:solidFill>
            <a:srgbClr val="FFF0F3"/>
          </a:solidFill>
          <a:ln/>
          <a:effectLst>
            <a:outerShdw blurRad="76200" dist="25400" dir="5400000" algn="bl" rotWithShape="0">
              <a:srgbClr val="590D22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224528" y="2221992"/>
            <a:ext cx="603504" cy="603504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12" name="Image 1" descr="C:\Users\SERRA\AppData\Local\Temp\claude\C--Users-SERRA-OneDrive-Desktop-secureshield\c11ed790-c46b-4796-b780-73d67b3251b1\scratchpad\icons\hourgla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9369" y="2366833"/>
            <a:ext cx="313822" cy="31382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20440" y="29260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Onay Bekliyor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3611880" y="326440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Herkese açık listede görünmez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5605272" y="2926080"/>
            <a:ext cx="356616" cy="0"/>
          </a:xfrm>
          <a:prstGeom prst="line">
            <a:avLst/>
          </a:prstGeom>
          <a:noFill/>
          <a:ln w="31750">
            <a:solidFill>
              <a:srgbClr val="C9184A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6035040" y="1965960"/>
            <a:ext cx="2011680" cy="1920240"/>
          </a:xfrm>
          <a:prstGeom prst="roundRect">
            <a:avLst>
              <a:gd name="adj" fmla="val 7619"/>
            </a:avLst>
          </a:prstGeom>
          <a:solidFill>
            <a:srgbClr val="FFF0F3"/>
          </a:solidFill>
          <a:ln/>
          <a:effectLst>
            <a:outerShdw blurRad="76200" dist="25400" dir="5400000" algn="bl" rotWithShape="0">
              <a:srgbClr val="590D22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739128" y="2221992"/>
            <a:ext cx="603504" cy="603504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18" name="Image 2" descr="C:\Users\SERRA\AppData\Local\Temp\claude\C--Users-SERRA-OneDrive-Desktop-secureshield\c11ed790-c46b-4796-b780-73d67b3251b1\scratchpad\icons\usershie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3969" y="2366833"/>
            <a:ext cx="313822" cy="31382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035040" y="29260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İnceler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126480" y="326440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Onay Bekleyenler panelinden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8549640" y="1965960"/>
            <a:ext cx="2651760" cy="868680"/>
          </a:xfrm>
          <a:prstGeom prst="roundRect">
            <a:avLst>
              <a:gd name="adj" fmla="val 16842"/>
            </a:avLst>
          </a:prstGeom>
          <a:solidFill>
            <a:srgbClr val="DFF6E5"/>
          </a:solidFill>
          <a:ln/>
          <a:effectLst>
            <a:outerShdw blurRad="76200" dist="25400" dir="5400000" algn="bl" rotWithShape="0">
              <a:srgbClr val="590D22">
                <a:alpha val="12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8732520" y="2139696"/>
            <a:ext cx="502920" cy="502920"/>
          </a:xfrm>
          <a:prstGeom prst="ellipse">
            <a:avLst/>
          </a:prstGeom>
          <a:solidFill>
            <a:srgbClr val="2D9C5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23" name="Image 3" descr="C:\Users\SERRA\AppData\Local\Temp\claude\C--Users-SERRA-OneDrive-Desktop-secureshield\c11ed790-c46b-4796-b780-73d67b3251b1\scratchpad\icons\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3221" y="2260397"/>
            <a:ext cx="261518" cy="26151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354312" y="20574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6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Onaylandı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9354312" y="23774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D9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Herkese açık, yayında</a:t>
            </a:r>
            <a:endParaRPr lang="en-US" sz="950" dirty="0"/>
          </a:p>
        </p:txBody>
      </p:sp>
      <p:sp>
        <p:nvSpPr>
          <p:cNvPr id="26" name="Shape 20"/>
          <p:cNvSpPr/>
          <p:nvPr/>
        </p:nvSpPr>
        <p:spPr>
          <a:xfrm>
            <a:off x="8549640" y="3017520"/>
            <a:ext cx="2651760" cy="868680"/>
          </a:xfrm>
          <a:prstGeom prst="roundRect">
            <a:avLst>
              <a:gd name="adj" fmla="val 16842"/>
            </a:avLst>
          </a:prstGeom>
          <a:solidFill>
            <a:srgbClr val="FBE1E6"/>
          </a:solidFill>
          <a:ln/>
          <a:effectLst>
            <a:outerShdw blurRad="76200" dist="25400" dir="5400000" algn="bl" rotWithShape="0">
              <a:srgbClr val="590D22">
                <a:alpha val="12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8732520" y="3191256"/>
            <a:ext cx="502920" cy="502920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28" name="Image 4" descr="C:\Users\SERRA\AppData\Local\Temp\claude\C--Users-SERRA-OneDrive-Desktop-secureshield\c11ed790-c46b-4796-b780-73d67b3251b1\scratchpad\icons\tim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53221" y="3311957"/>
            <a:ext cx="261518" cy="261518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9354312" y="31089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Reddedildi</a:t>
            </a:r>
            <a:endParaRPr lang="en-US" sz="1250" dirty="0"/>
          </a:p>
        </p:txBody>
      </p:sp>
      <p:sp>
        <p:nvSpPr>
          <p:cNvPr id="30" name="Text 23"/>
          <p:cNvSpPr/>
          <p:nvPr/>
        </p:nvSpPr>
        <p:spPr>
          <a:xfrm>
            <a:off x="9354312" y="34290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Yalnızca yazar ve admin görür</a:t>
            </a:r>
            <a:endParaRPr lang="en-US" sz="950" dirty="0"/>
          </a:p>
        </p:txBody>
      </p:sp>
      <p:sp>
        <p:nvSpPr>
          <p:cNvPr id="31" name="Shape 24"/>
          <p:cNvSpPr/>
          <p:nvPr/>
        </p:nvSpPr>
        <p:spPr>
          <a:xfrm>
            <a:off x="8119872" y="2926080"/>
            <a:ext cx="178308" cy="0"/>
          </a:xfrm>
          <a:prstGeom prst="line">
            <a:avLst/>
          </a:prstGeom>
          <a:noFill/>
          <a:ln w="25400">
            <a:solidFill>
              <a:srgbClr val="C9184A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298180" y="2400300"/>
            <a:ext cx="0" cy="525780"/>
          </a:xfrm>
          <a:prstGeom prst="line">
            <a:avLst/>
          </a:prstGeom>
          <a:noFill/>
          <a:ln w="25400">
            <a:solidFill>
              <a:srgbClr val="2D9C5A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8298180" y="2400300"/>
            <a:ext cx="251460" cy="0"/>
          </a:xfrm>
          <a:prstGeom prst="line">
            <a:avLst/>
          </a:prstGeom>
          <a:noFill/>
          <a:ln w="25400">
            <a:solidFill>
              <a:srgbClr val="2D9C5A"/>
            </a:solidFill>
            <a:prstDash val="solid"/>
            <a:tailEnd type="triangle"/>
          </a:ln>
        </p:spPr>
      </p:sp>
      <p:sp>
        <p:nvSpPr>
          <p:cNvPr id="34" name="Shape 27"/>
          <p:cNvSpPr/>
          <p:nvPr/>
        </p:nvSpPr>
        <p:spPr>
          <a:xfrm>
            <a:off x="8298180" y="2926080"/>
            <a:ext cx="0" cy="525780"/>
          </a:xfrm>
          <a:prstGeom prst="line">
            <a:avLst/>
          </a:prstGeom>
          <a:noFill/>
          <a:ln w="25400">
            <a:solidFill>
              <a:srgbClr val="C9184A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8298180" y="3451860"/>
            <a:ext cx="251460" cy="0"/>
          </a:xfrm>
          <a:prstGeom prst="line">
            <a:avLst/>
          </a:prstGeom>
          <a:noFill/>
          <a:ln w="25400">
            <a:solidFill>
              <a:srgbClr val="C9184A"/>
            </a:solidFill>
            <a:prstDash val="solid"/>
            <a:tailEnd type="triangle"/>
          </a:ln>
        </p:spPr>
      </p:sp>
      <p:sp>
        <p:nvSpPr>
          <p:cNvPr id="36" name="Text 29"/>
          <p:cNvSpPr/>
          <p:nvPr/>
        </p:nvSpPr>
        <p:spPr>
          <a:xfrm>
            <a:off x="640080" y="443484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Not: Onaylanmış bir makaleyi yazar düzenlerse, içerik değişikliği yeniden admin onayına girer. Admin'in kendi makaleleri doğrudan yayınlanır.</a:t>
            </a:r>
            <a:endParaRPr lang="en-US" sz="1200" dirty="0"/>
          </a:p>
        </p:txBody>
      </p:sp>
      <p:sp>
        <p:nvSpPr>
          <p:cNvPr id="37" name="Text 30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38" name="Text 31"/>
          <p:cNvSpPr/>
          <p:nvPr/>
        </p:nvSpPr>
        <p:spPr>
          <a:xfrm>
            <a:off x="64008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BlogApp Projesi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EK ÖZELLIKLER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0664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4A0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Topluluk Özellikleri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520440" cy="4206240"/>
          </a:xfrm>
          <a:prstGeom prst="roundRect">
            <a:avLst>
              <a:gd name="adj" fmla="val 3636"/>
            </a:avLst>
          </a:prstGeom>
          <a:solidFill>
            <a:srgbClr val="FFF0F3"/>
          </a:solidFill>
          <a:ln/>
          <a:effectLst>
            <a:outerShdw blurRad="76200" dist="25400" dir="5400000" algn="bl" rotWithShape="0">
              <a:srgbClr val="590D22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034540" y="2103120"/>
            <a:ext cx="731520" cy="731520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6" name="Image 0" descr="C:\Users\SERRA\AppData\Local\Temp\claude\C--Users-SERRA-OneDrive-Desktop-secureshield\c11ed790-c46b-4796-b780-73d67b3251b1\scratchpad\icons\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0105" y="2278685"/>
            <a:ext cx="380390" cy="3803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30175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Yazarlar Sayfası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3520440"/>
            <a:ext cx="2971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0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Navbar'da yeni bir "Yazarlar" bölümü: en az bir onaylanmış makalesi olan yazarlar, makale sayılarıyla listelenir ve makalelerine filtrelenebilir.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480560" y="1783080"/>
            <a:ext cx="3520440" cy="4206240"/>
          </a:xfrm>
          <a:prstGeom prst="roundRect">
            <a:avLst>
              <a:gd name="adj" fmla="val 3636"/>
            </a:avLst>
          </a:prstGeom>
          <a:solidFill>
            <a:srgbClr val="FFF0F3"/>
          </a:solidFill>
          <a:ln/>
          <a:effectLst>
            <a:outerShdw blurRad="76200" dist="25400" dir="5400000" algn="bl" rotWithShape="0">
              <a:srgbClr val="590D22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875020" y="2103120"/>
            <a:ext cx="731520" cy="731520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11" name="Image 1" descr="C:\Users\SERRA\AppData\Local\Temp\claude\C--Users-SERRA-OneDrive-Desktop-secureshield\c11ed790-c46b-4796-b780-73d67b3251b1\scratchpad\icons\commen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0585" y="2278685"/>
            <a:ext cx="380390" cy="38039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09160" y="30175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Yorum Sistemi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754880" y="3520440"/>
            <a:ext cx="2971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0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Giriş yapmış kayıtlı kullanıcılar makalelere yorum yapabilir. Giriş yapmamış ziyaretçiler makaleyi okuyabilir ama yorum yapamaz.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321040" y="1783080"/>
            <a:ext cx="3520440" cy="4206240"/>
          </a:xfrm>
          <a:prstGeom prst="roundRect">
            <a:avLst>
              <a:gd name="adj" fmla="val 3636"/>
            </a:avLst>
          </a:prstGeom>
          <a:solidFill>
            <a:srgbClr val="FFF0F3"/>
          </a:solidFill>
          <a:ln/>
          <a:effectLst>
            <a:outerShdw blurRad="76200" dist="25400" dir="5400000" algn="bl" rotWithShape="0">
              <a:srgbClr val="590D22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715500" y="2103120"/>
            <a:ext cx="731520" cy="731520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16" name="Image 2" descr="C:\Users\SERRA\AppData\Local\Temp\claude\C--Users-SERRA-OneDrive-Desktop-secureshield\c11ed790-c46b-4796-b780-73d67b3251b1\scratchpad\icons\gav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91065" y="2278685"/>
            <a:ext cx="380390" cy="38039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549640" y="30175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Yorum Moderasyonu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595360" y="3520440"/>
            <a:ext cx="2971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0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tüm yorumları tek bir panelden görüntüleyip uygunsuz olanları silebilir; yorum sahibi de kendi yorumunu silebilir.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64008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BlogApp Projesi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GÜVENLIK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0664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4A0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Güvenlik Katmanları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520440" cy="2011680"/>
          </a:xfrm>
          <a:prstGeom prst="roundRect">
            <a:avLst>
              <a:gd name="adj" fmla="val 6364"/>
            </a:avLst>
          </a:prstGeom>
          <a:solidFill>
            <a:srgbClr val="FFF0F3"/>
          </a:solidFill>
          <a:ln/>
          <a:effectLst>
            <a:outerShdw blurRad="76200" dist="25400" dir="5400000" algn="bl" rotWithShape="0">
              <a:srgbClr val="590D22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020824"/>
            <a:ext cx="548640" cy="548640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6" name="Image 0" descr="C:\Users\SERRA\AppData\Local\Temp\claude\C--Users-SERRA-OneDrive-Desktop-secureshield\c11ed790-c46b-4796-b780-73d67b3251b1\scratchpad\icons\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786" y="2152498"/>
            <a:ext cx="285293" cy="2852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96112" y="2697480"/>
            <a:ext cx="3008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 Koruması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96112" y="3063240"/>
            <a:ext cx="3008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 POST isteklerinde otomatik token doğrulaması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480560" y="1783080"/>
            <a:ext cx="3520440" cy="2011680"/>
          </a:xfrm>
          <a:prstGeom prst="roundRect">
            <a:avLst>
              <a:gd name="adj" fmla="val 6364"/>
            </a:avLst>
          </a:prstGeom>
          <a:solidFill>
            <a:srgbClr val="FFF0F3"/>
          </a:solidFill>
          <a:ln/>
          <a:effectLst>
            <a:outerShdw blurRad="76200" dist="25400" dir="5400000" algn="bl" rotWithShape="0">
              <a:srgbClr val="590D22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36592" y="2020824"/>
            <a:ext cx="548640" cy="548640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11" name="Image 1" descr="C:\Users\SERRA\AppData\Local\Temp\claude\C--Users-SERRA-OneDrive-Desktop-secureshield\c11ed790-c46b-4796-b780-73d67b3251b1\scratchpad\icons\bu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8266" y="2152498"/>
            <a:ext cx="285293" cy="28529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36592" y="2697480"/>
            <a:ext cx="3008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Koruması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4736592" y="3063240"/>
            <a:ext cx="3008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Razor tag helper'ları çıktıyı otomatik olarak encode eder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321040" y="1783080"/>
            <a:ext cx="3520440" cy="2011680"/>
          </a:xfrm>
          <a:prstGeom prst="roundRect">
            <a:avLst>
              <a:gd name="adj" fmla="val 6364"/>
            </a:avLst>
          </a:prstGeom>
          <a:solidFill>
            <a:srgbClr val="FFF0F3"/>
          </a:solidFill>
          <a:ln/>
          <a:effectLst>
            <a:outerShdw blurRad="76200" dist="25400" dir="5400000" algn="bl" rotWithShape="0">
              <a:srgbClr val="590D22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577072" y="2020824"/>
            <a:ext cx="548640" cy="548640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16" name="Image 2" descr="C:\Users\SERRA\AppData\Local\Temp\claude\C--Users-SERRA-OneDrive-Desktop-secureshield\c11ed790-c46b-4796-b780-73d67b3251b1\scratchpad\icons\l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8746" y="2152498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577072" y="2697480"/>
            <a:ext cx="3008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Şifre Politikası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8577072" y="3063240"/>
            <a:ext cx="3008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Büyük/küçük harf + rakam zorunlu, min. 6 karakter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40080" y="4114800"/>
            <a:ext cx="3520440" cy="2011680"/>
          </a:xfrm>
          <a:prstGeom prst="roundRect">
            <a:avLst>
              <a:gd name="adj" fmla="val 6364"/>
            </a:avLst>
          </a:prstGeom>
          <a:solidFill>
            <a:srgbClr val="FFF0F3"/>
          </a:solidFill>
          <a:ln/>
          <a:effectLst>
            <a:outerShdw blurRad="76200" dist="25400" dir="5400000" algn="bl" rotWithShape="0">
              <a:srgbClr val="590D22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96112" y="4352544"/>
            <a:ext cx="548640" cy="548640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21" name="Image 3" descr="C:\Users\SERRA\AppData\Local\Temp\claude\C--Users-SERRA-OneDrive-Desktop-secureshield\c11ed790-c46b-4796-b780-73d67b3251b1\scratchpad\icons\userlo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7786" y="4484218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96112" y="5029200"/>
            <a:ext cx="3008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Hesap Kilitleme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896112" y="5394960"/>
            <a:ext cx="3008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başarısız denemede 5 dakika kilitlenir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480560" y="4114800"/>
            <a:ext cx="3520440" cy="2011680"/>
          </a:xfrm>
          <a:prstGeom prst="roundRect">
            <a:avLst>
              <a:gd name="adj" fmla="val 6364"/>
            </a:avLst>
          </a:prstGeom>
          <a:solidFill>
            <a:srgbClr val="FFF0F3"/>
          </a:solidFill>
          <a:ln/>
          <a:effectLst>
            <a:outerShdw blurRad="76200" dist="25400" dir="5400000" algn="bl" rotWithShape="0">
              <a:srgbClr val="590D22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736592" y="4352544"/>
            <a:ext cx="548640" cy="548640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26" name="Image 4" descr="C:\Users\SERRA\AppData\Local\Temp\claude\C--Users-SERRA-OneDrive-Desktop-secureshield\c11ed790-c46b-4796-b780-73d67b3251b1\scratchpad\icons\usershiel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68266" y="4484218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736592" y="5029200"/>
            <a:ext cx="3008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Sahiplik Kontrolü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4736592" y="5394960"/>
            <a:ext cx="3008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yazar başkasının makalesini değiştiremez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8321040" y="4114800"/>
            <a:ext cx="3520440" cy="2011680"/>
          </a:xfrm>
          <a:prstGeom prst="roundRect">
            <a:avLst>
              <a:gd name="adj" fmla="val 6364"/>
            </a:avLst>
          </a:prstGeom>
          <a:solidFill>
            <a:srgbClr val="FFF0F3"/>
          </a:solidFill>
          <a:ln/>
          <a:effectLst>
            <a:outerShdw blurRad="76200" dist="25400" dir="5400000" algn="bl" rotWithShape="0">
              <a:srgbClr val="590D22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577072" y="4352544"/>
            <a:ext cx="548640" cy="548640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31" name="Image 5" descr="C:\Users\SERRA\AppData\Local\Temp\claude\C--Users-SERRA-OneDrive-Desktop-secureshield\c11ed790-c46b-4796-b780-73d67b3251b1\scratchpad\icons\serv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08746" y="4484218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577072" y="5029200"/>
            <a:ext cx="3008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Güvenli Demo Hesabı</a:t>
            </a:r>
            <a:endParaRPr lang="en-US" sz="1350" dirty="0"/>
          </a:p>
        </p:txBody>
      </p:sp>
      <p:sp>
        <p:nvSpPr>
          <p:cNvPr id="33" name="Text 25"/>
          <p:cNvSpPr/>
          <p:nvPr/>
        </p:nvSpPr>
        <p:spPr>
          <a:xfrm>
            <a:off x="8577072" y="5394960"/>
            <a:ext cx="3008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Varsayılan admin yalnızca geliştirme ortamında oluşturulur</a:t>
            </a:r>
            <a:endParaRPr lang="en-US" sz="1100" dirty="0"/>
          </a:p>
        </p:txBody>
      </p:sp>
      <p:sp>
        <p:nvSpPr>
          <p:cNvPr id="34" name="Text 26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35" name="Text 27"/>
          <p:cNvSpPr/>
          <p:nvPr/>
        </p:nvSpPr>
        <p:spPr>
          <a:xfrm>
            <a:off x="64008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BlogApp Projesi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TEST SÜRECI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0664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4A0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Web'de Nasıl Çalıştığını Doğruladık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6949440" cy="4389120"/>
          </a:xfrm>
          <a:prstGeom prst="roundRect">
            <a:avLst>
              <a:gd name="adj" fmla="val 2917"/>
            </a:avLst>
          </a:prstGeom>
          <a:solidFill>
            <a:srgbClr val="FFF0F3"/>
          </a:solidFill>
          <a:ln/>
          <a:effectLst>
            <a:outerShdw blurRad="76200" dist="25400" dir="5400000" algn="bl" rotWithShape="0">
              <a:srgbClr val="590D22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9202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91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Doğrulanan Senaryolar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60120" y="2487168"/>
            <a:ext cx="292608" cy="292608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7" name="Image 0" descr="C:\Users\SERRA\AppData\Local\Temp\claude\C--Users-SERRA-OneDrive-Desktop-secureshield\c11ed790-c46b-4796-b780-73d67b3251b1\scratchpad\icons\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346" y="2557394"/>
            <a:ext cx="152156" cy="1521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80744" y="2468880"/>
            <a:ext cx="5888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Kayıt → Giriş → Çıkış uçtan uca test edildi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960120" y="3108960"/>
            <a:ext cx="292608" cy="292608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10" name="Image 1" descr="C:\Users\SERRA\AppData\Local\Temp\claude\C--Users-SERRA-OneDrive-Desktop-secureshield\c11ed790-c46b-4796-b780-73d67b3251b1\scratchpad\icons\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346" y="3179186"/>
            <a:ext cx="152156" cy="1521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80744" y="3090672"/>
            <a:ext cx="5888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Yazar makale oluşturdu → durum "Onay Bekliyor" oldu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960120" y="3730752"/>
            <a:ext cx="292608" cy="292608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13" name="Image 2" descr="C:\Users\SERRA\AppData\Local\Temp\claude\C--Users-SERRA-OneDrive-Desktop-secureshield\c11ed790-c46b-4796-b780-73d67b3251b1\scratchpad\icons\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346" y="3800978"/>
            <a:ext cx="152156" cy="1521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80744" y="3712464"/>
            <a:ext cx="5888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onayladı → makale herkese açık listede yayınlandı</a:t>
            </a:r>
            <a:endParaRPr lang="en-US" sz="1350" dirty="0"/>
          </a:p>
        </p:txBody>
      </p:sp>
      <p:sp>
        <p:nvSpPr>
          <p:cNvPr id="15" name="Shape 10"/>
          <p:cNvSpPr/>
          <p:nvPr/>
        </p:nvSpPr>
        <p:spPr>
          <a:xfrm>
            <a:off x="960120" y="4352544"/>
            <a:ext cx="292608" cy="292608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16" name="Image 3" descr="C:\Users\SERRA\AppData\Local\Temp\claude\C--Users-SERRA-OneDrive-Desktop-secureshield\c11ed790-c46b-4796-b780-73d67b3251b1\scratchpad\icons\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346" y="4422770"/>
            <a:ext cx="152156" cy="15215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380744" y="4334256"/>
            <a:ext cx="5888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Anonim ziyaretçi makaleyi okudu, yorum formunu göremedi</a:t>
            </a:r>
            <a:endParaRPr lang="en-US" sz="1350" dirty="0"/>
          </a:p>
        </p:txBody>
      </p:sp>
      <p:sp>
        <p:nvSpPr>
          <p:cNvPr id="18" name="Shape 12"/>
          <p:cNvSpPr/>
          <p:nvPr/>
        </p:nvSpPr>
        <p:spPr>
          <a:xfrm>
            <a:off x="960120" y="4974336"/>
            <a:ext cx="292608" cy="292608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19" name="Image 4" descr="C:\Users\SERRA\AppData\Local\Temp\claude\C--Users-SERRA-OneDrive-Desktop-secureshield\c11ed790-c46b-4796-b780-73d67b3251b1\scratchpad\icons\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346" y="5044562"/>
            <a:ext cx="152156" cy="152156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380744" y="4956048"/>
            <a:ext cx="5888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Farklı bir yazar başkasının makalesine erişemedi (Erişim Reddedildi)</a:t>
            </a:r>
            <a:endParaRPr lang="en-US" sz="1350" dirty="0"/>
          </a:p>
        </p:txBody>
      </p:sp>
      <p:sp>
        <p:nvSpPr>
          <p:cNvPr id="21" name="Shape 14"/>
          <p:cNvSpPr/>
          <p:nvPr/>
        </p:nvSpPr>
        <p:spPr>
          <a:xfrm>
            <a:off x="960120" y="5596128"/>
            <a:ext cx="292608" cy="292608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22" name="Image 5" descr="C:\Users\SERRA\AppData\Local\Temp\claude\C--Users-SERRA-OneDrive-Desktop-secureshield\c11ed790-c46b-4796-b780-73d67b3251b1\scratchpad\icons\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346" y="5666354"/>
            <a:ext cx="152156" cy="152156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1380744" y="5577840"/>
            <a:ext cx="5888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A0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uygunsuz bir yorumu moderasyon panelinden sildi</a:t>
            </a:r>
            <a:endParaRPr lang="en-US" sz="1350" dirty="0"/>
          </a:p>
        </p:txBody>
      </p:sp>
      <p:sp>
        <p:nvSpPr>
          <p:cNvPr id="24" name="Shape 16"/>
          <p:cNvSpPr/>
          <p:nvPr/>
        </p:nvSpPr>
        <p:spPr>
          <a:xfrm>
            <a:off x="7818120" y="1691640"/>
            <a:ext cx="3611880" cy="4389120"/>
          </a:xfrm>
          <a:prstGeom prst="roundRect">
            <a:avLst>
              <a:gd name="adj" fmla="val 4557"/>
            </a:avLst>
          </a:prstGeom>
          <a:solidFill>
            <a:srgbClr val="590D22"/>
          </a:solidFill>
          <a:ln/>
          <a:effectLst>
            <a:outerShdw blurRad="76200" dist="25400" dir="5400000" algn="bl" rotWithShape="0">
              <a:srgbClr val="590D22">
                <a:alpha val="12000"/>
              </a:srgbClr>
            </a:outerShdw>
          </a:effectLst>
        </p:spPr>
      </p:sp>
      <p:sp>
        <p:nvSpPr>
          <p:cNvPr id="25" name="Text 17"/>
          <p:cNvSpPr/>
          <p:nvPr/>
        </p:nvSpPr>
        <p:spPr>
          <a:xfrm>
            <a:off x="7818120" y="233172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FD6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7200" dirty="0"/>
          </a:p>
        </p:txBody>
      </p:sp>
      <p:sp>
        <p:nvSpPr>
          <p:cNvPr id="26" name="Text 18"/>
          <p:cNvSpPr/>
          <p:nvPr/>
        </p:nvSpPr>
        <p:spPr>
          <a:xfrm>
            <a:off x="7818120" y="34290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Hata</a:t>
            </a:r>
            <a:endParaRPr lang="en-US" sz="1400" dirty="0"/>
          </a:p>
        </p:txBody>
      </p:sp>
      <p:sp>
        <p:nvSpPr>
          <p:cNvPr id="27" name="Text 19"/>
          <p:cNvSpPr/>
          <p:nvPr/>
        </p:nvSpPr>
        <p:spPr>
          <a:xfrm>
            <a:off x="7818120" y="397764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5200" dirty="0"/>
          </a:p>
        </p:txBody>
      </p:sp>
      <p:sp>
        <p:nvSpPr>
          <p:cNvPr id="28" name="Text 20"/>
          <p:cNvSpPr/>
          <p:nvPr/>
        </p:nvSpPr>
        <p:spPr>
          <a:xfrm>
            <a:off x="7818120" y="4800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2C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Uyarı  ·  dotnet build</a:t>
            </a:r>
            <a:endParaRPr lang="en-US" sz="1200" dirty="0"/>
          </a:p>
        </p:txBody>
      </p:sp>
      <p:sp>
        <p:nvSpPr>
          <p:cNvPr id="29" name="Shape 21"/>
          <p:cNvSpPr/>
          <p:nvPr/>
        </p:nvSpPr>
        <p:spPr>
          <a:xfrm>
            <a:off x="9340596" y="5394960"/>
            <a:ext cx="566928" cy="566928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30" name="Image 6" descr="C:\Users\SERRA\AppData\Local\Temp\claude\C--Users-SERRA-OneDrive-Desktop-secureshield\c11ed790-c46b-4796-b780-73d67b3251b1\scratchpad\icons\vi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6659" y="5531023"/>
            <a:ext cx="294803" cy="294803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32" name="Text 23"/>
          <p:cNvSpPr/>
          <p:nvPr/>
        </p:nvSpPr>
        <p:spPr>
          <a:xfrm>
            <a:off x="64008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BlogApp Projesi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590D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11512" y="-1280160"/>
            <a:ext cx="3840480" cy="3840480"/>
          </a:xfrm>
          <a:prstGeom prst="ellipse">
            <a:avLst/>
          </a:prstGeom>
          <a:solidFill>
            <a:srgbClr val="A4133C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480560"/>
            <a:ext cx="3291840" cy="3291840"/>
          </a:xfrm>
          <a:prstGeom prst="ellipse">
            <a:avLst/>
          </a:prstGeom>
          <a:solidFill>
            <a:srgbClr val="800F2F">
              <a:alpha val="5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000232" y="5669280"/>
            <a:ext cx="1463040" cy="1463040"/>
          </a:xfrm>
          <a:prstGeom prst="ellipse">
            <a:avLst/>
          </a:prstGeom>
          <a:solidFill>
            <a:srgbClr val="FFD60A">
              <a:alpha val="7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682996" y="1371600"/>
            <a:ext cx="822960" cy="822960"/>
          </a:xfrm>
          <a:prstGeom prst="ellipse">
            <a:avLst/>
          </a:prstGeom>
          <a:solidFill>
            <a:srgbClr val="C9184A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0" y="246888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Teşekkürler!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1371600" y="338328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7C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Sorularınızı </a:t>
            </a:r>
            <a:r>
              <a:rPr lang="en-US" sz="1800" i="1" dirty="0" err="1">
                <a:solidFill>
                  <a:srgbClr val="F7C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bekliyorum</a:t>
            </a:r>
            <a:r>
              <a:rPr lang="en-US" sz="1800" i="1" dirty="0">
                <a:solidFill>
                  <a:srgbClr val="F7C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3899916" y="4297680"/>
            <a:ext cx="4389120" cy="777240"/>
          </a:xfrm>
          <a:prstGeom prst="roundRect">
            <a:avLst>
              <a:gd name="adj" fmla="val 52941"/>
            </a:avLst>
          </a:prstGeom>
          <a:solidFill>
            <a:srgbClr val="A4133C"/>
          </a:solidFill>
          <a:ln/>
          <a:effectLst>
            <a:outerShdw blurRad="76200" dist="25400" dir="5400000" algn="bl" rotWithShape="0">
              <a:srgbClr val="590D22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128516" y="4416552"/>
            <a:ext cx="457200" cy="457200"/>
          </a:xfrm>
          <a:prstGeom prst="ellipse">
            <a:avLst/>
          </a:prstGeom>
          <a:solidFill>
            <a:srgbClr val="590D22"/>
          </a:solidFill>
          <a:ln/>
          <a:effectLst>
            <a:outerShdw blurRad="101600" dist="38100" dir="5400000" algn="bl" rotWithShape="0">
              <a:srgbClr val="590D22">
                <a:alpha val="18000"/>
              </a:srgbClr>
            </a:outerShdw>
          </a:effectLst>
        </p:spPr>
      </p:sp>
      <p:pic>
        <p:nvPicPr>
          <p:cNvPr id="11" name="Image 1" descr="C:\Users\SERRA\AppData\Local\Temp\claude\C--Users-SERRA-OneDrive-Desktop-secureshield\c11ed790-c46b-4796-b780-73d67b3251b1\scratchpad\icons\githu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8244" y="4526280"/>
            <a:ext cx="237744" cy="2377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22876" y="441655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 GitHub'a yükleniyor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64008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C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BlogApp Projesi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756</Words>
  <Application>Microsoft Office PowerPoint</Application>
  <PresentationFormat>Geniş ekran</PresentationFormat>
  <Paragraphs>186</Paragraphs>
  <Slides>13</Slides>
  <Notes>13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3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13</vt:i4>
      </vt:variant>
    </vt:vector>
  </HeadingPairs>
  <TitlesOfParts>
    <vt:vector size="17" baseType="lpstr">
      <vt:lpstr>Arial</vt:lpstr>
      <vt:lpstr>Calibri</vt:lpstr>
      <vt:lpstr>Cambria</vt:lpstr>
      <vt:lpstr>Office Theme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serra N</cp:lastModifiedBy>
  <cp:revision>1</cp:revision>
  <dcterms:created xsi:type="dcterms:W3CDTF">2026-08-16T20:42:15Z</dcterms:created>
  <dcterms:modified xsi:type="dcterms:W3CDTF">2026-08-18T08:31:09Z</dcterms:modified>
</cp:coreProperties>
</file>