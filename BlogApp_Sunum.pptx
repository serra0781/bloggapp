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ra N" userId="9179cc10d8c62c08" providerId="LiveId" clId="{D30B40FB-DF3A-44D2-BDC3-B71D8C0FFE80}"/>
    <pc:docChg chg="custSel modSld">
      <pc:chgData name="serra N" userId="9179cc10d8c62c08" providerId="LiveId" clId="{D30B40FB-DF3A-44D2-BDC3-B71D8C0FFE80}" dt="2026-08-17T06:39:58.845" v="6" actId="21"/>
      <pc:docMkLst>
        <pc:docMk/>
      </pc:docMkLst>
      <pc:sldChg chg="delSp modSp mod">
        <pc:chgData name="serra N" userId="9179cc10d8c62c08" providerId="LiveId" clId="{D30B40FB-DF3A-44D2-BDC3-B71D8C0FFE80}" dt="2026-08-16T20:57:20.524" v="4" actId="21"/>
        <pc:sldMkLst>
          <pc:docMk/>
          <pc:sldMk cId="0" sldId="256"/>
        </pc:sldMkLst>
        <pc:spChg chg="del">
          <ac:chgData name="serra N" userId="9179cc10d8c62c08" providerId="LiveId" clId="{D30B40FB-DF3A-44D2-BDC3-B71D8C0FFE80}" dt="2026-08-16T20:57:20.524" v="4" actId="21"/>
          <ac:spMkLst>
            <pc:docMk/>
            <pc:sldMk cId="0" sldId="256"/>
            <ac:spMk id="5" creationId="{00000000-0000-0000-0000-000000000000}"/>
          </ac:spMkLst>
        </pc:spChg>
        <pc:spChg chg="mod">
          <ac:chgData name="serra N" userId="9179cc10d8c62c08" providerId="LiveId" clId="{D30B40FB-DF3A-44D2-BDC3-B71D8C0FFE80}" dt="2026-08-16T20:57:06.176" v="1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erra N" userId="9179cc10d8c62c08" providerId="LiveId" clId="{D30B40FB-DF3A-44D2-BDC3-B71D8C0FFE80}" dt="2026-08-16T20:57:13.169" v="2" actId="20577"/>
          <ac:spMkLst>
            <pc:docMk/>
            <pc:sldMk cId="0" sldId="256"/>
            <ac:spMk id="13" creationId="{00000000-0000-0000-0000-000000000000}"/>
          </ac:spMkLst>
        </pc:spChg>
        <pc:picChg chg="del">
          <ac:chgData name="serra N" userId="9179cc10d8c62c08" providerId="LiveId" clId="{D30B40FB-DF3A-44D2-BDC3-B71D8C0FFE80}" dt="2026-08-16T20:57:17.775" v="3" actId="21"/>
          <ac:picMkLst>
            <pc:docMk/>
            <pc:sldMk cId="0" sldId="256"/>
            <ac:picMk id="6" creationId="{00000000-0000-0000-0000-000000000000}"/>
          </ac:picMkLst>
        </pc:picChg>
      </pc:sldChg>
      <pc:sldChg chg="delSp modSp mod">
        <pc:chgData name="serra N" userId="9179cc10d8c62c08" providerId="LiveId" clId="{D30B40FB-DF3A-44D2-BDC3-B71D8C0FFE80}" dt="2026-08-17T06:39:58.845" v="6" actId="21"/>
        <pc:sldMkLst>
          <pc:docMk/>
          <pc:sldMk cId="0" sldId="268"/>
        </pc:sldMkLst>
        <pc:spChg chg="mod">
          <ac:chgData name="serra N" userId="9179cc10d8c62c08" providerId="LiveId" clId="{D30B40FB-DF3A-44D2-BDC3-B71D8C0FFE80}" dt="2026-08-17T06:39:56.042" v="5" actId="20577"/>
          <ac:spMkLst>
            <pc:docMk/>
            <pc:sldMk cId="0" sldId="268"/>
            <ac:spMk id="8" creationId="{00000000-0000-0000-0000-000000000000}"/>
          </ac:spMkLst>
        </pc:spChg>
        <pc:picChg chg="del">
          <ac:chgData name="serra N" userId="9179cc10d8c62c08" providerId="LiveId" clId="{D30B40FB-DF3A-44D2-BDC3-B71D8C0FFE80}" dt="2026-08-17T06:39:58.845" v="6" actId="21"/>
          <ac:picMkLst>
            <pc:docMk/>
            <pc:sldMk cId="0" sldId="268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66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90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A413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800F2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00232" y="5669280"/>
            <a:ext cx="1463040" cy="1463040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0" y="19659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BlogApp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1371600" y="30632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Yönetimi, Yetkilendirme ve Blog Geliştirme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352044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E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ASP.NET Core MVC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7116" y="4434840"/>
            <a:ext cx="3474720" cy="868680"/>
          </a:xfrm>
          <a:prstGeom prst="roundRect">
            <a:avLst>
              <a:gd name="adj" fmla="val 52632"/>
            </a:avLst>
          </a:prstGeom>
          <a:solidFill>
            <a:srgbClr val="A4133C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57116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Serra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57116" y="4864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Ağustos 2026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20156" y="5989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GENEL BAKIŞ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Proje Ne Anlatıyor?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285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BlogApp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ile geliştirilen; kullanıcıların kayıt olup giriş yapabildiği, yazarların makale paylaşabildiği ve tüm sürecin bir admin tarafından yönetildiği uçtan uca bir blog platformu.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CRUD değil; kimlik doğrulama, rol bazlı yetkilendirme, onay iş akışı ve yorum sistemiyle gerçek bir üretim uygulaması mantığında kurgulandı.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993392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0" name="Image 0" descr="C:\Users\SERRA\AppData\Local\Temp\claude\C--Users-SERRA-OneDrive-Desktop-secureshield\c11ed790-c46b-4796-b780-73d67b3251b1\scratchpad\icons\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855" y="2129455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3679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Yönetimi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36792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Kayıt, giriş, çıkış ve rol atama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61120" y="173736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217152" y="1993392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5" name="Image 1" descr="C:\Users\SERRA\AppData\Local\Temp\claude\C--Users-SERRA-OneDrive-Desktop-secureshield\c11ed790-c46b-4796-b780-73d67b3251b1\scratchpad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215" y="2129455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1715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Bazlı Yetki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217152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 Yazar ayrımı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393192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36792" y="4187952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0" name="Image 2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855" y="4324015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6792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Süreci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36792" y="5230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 admin onayından geçer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961120" y="393192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17152" y="4187952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5" name="Image 3" descr="C:\Users\SERRA\AppData\Local\Temp\claude\C--Users-SERRA-OneDrive-Desktop-secureshield\c11ed790-c46b-4796-b780-73d67b3251b1\scratchpad\icons\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3215" y="4324015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17152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Sistemi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17152" y="5230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yapan herkes yorum yapar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GEREKSINIMLER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Haftalık Hedefler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434840"/>
          </a:xfrm>
          <a:prstGeom prst="roundRect">
            <a:avLst>
              <a:gd name="adj" fmla="val 288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645920"/>
            <a:ext cx="5257800" cy="4434840"/>
          </a:xfrm>
          <a:prstGeom prst="roundRect">
            <a:avLst>
              <a:gd name="adj" fmla="val 288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ve Yetki Yönetimi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 ve Hazırlık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2441448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9" name="Image 0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511674"/>
            <a:ext cx="152156" cy="1521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0744" y="2423160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Logout işlemleri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60120" y="3154680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2" name="Image 1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3224906"/>
            <a:ext cx="152156" cy="1521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80744" y="313639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 Yazar rollerinin oluşturulması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960120" y="3867912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5" name="Image 2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3938138"/>
            <a:ext cx="152156" cy="1521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0744" y="3849624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kontrollerinin uygulanması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60120" y="4581144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8" name="Image 3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4651370"/>
            <a:ext cx="152156" cy="1521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80744" y="4562856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+ Validation kullanımı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960120" y="5294376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4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5364602"/>
            <a:ext cx="152156" cy="1521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80744" y="527608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Post – Category ilişkileri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492240" y="2441448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4" name="Image 5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66" y="2511674"/>
            <a:ext cx="152156" cy="1521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12864" y="2423160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süreçlerinin yönetilmesi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492240" y="3154680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7" name="Image 6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66" y="3224906"/>
            <a:ext cx="152156" cy="1521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12864" y="3136392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View kullanım mantığı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492240" y="3867912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0" name="Image 7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66" y="3938138"/>
            <a:ext cx="152156" cy="1521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912864" y="3849624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kullanıcı ekranlarının ayrışması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492240" y="4581144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3" name="Image 8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66" y="4651370"/>
            <a:ext cx="152156" cy="15215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912864" y="4562856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oturum ve şifre yönetimi</a:t>
            </a:r>
            <a:endParaRPr lang="en-US" sz="1350" dirty="0"/>
          </a:p>
        </p:txBody>
      </p:sp>
      <p:sp>
        <p:nvSpPr>
          <p:cNvPr id="35" name="Shape 24"/>
          <p:cNvSpPr/>
          <p:nvPr/>
        </p:nvSpPr>
        <p:spPr>
          <a:xfrm>
            <a:off x="6492240" y="5294376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6" name="Image 9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66" y="5364602"/>
            <a:ext cx="152156" cy="15215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12864" y="5276088"/>
            <a:ext cx="4242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hafta Layout entegrasyonuna hazırlık</a:t>
            </a:r>
            <a:endParaRPr lang="en-US" sz="1350" dirty="0"/>
          </a:p>
        </p:txBody>
      </p:sp>
      <p:sp>
        <p:nvSpPr>
          <p:cNvPr id="38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TEKNOLOJILER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Kullanılan Teknolojiler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7568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30" y="222491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414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mimarisi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07568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110" y="2224918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32120" y="24414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erişimi &amp; Migration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07568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4590" y="2224918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075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372600" y="24414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&amp; roller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0740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3" descr="C:\Users\SERRA\AppData\Local\Temp\claude\C--Users-SERRA-OneDrive-Desktop-secureshield\c11ed790-c46b-4796-b780-73d67b3251b1\scratchpad\icons\palet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30" y="4556638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407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+ Bootstrap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691640" y="4773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Görünüm katmanı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40740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6" name="Image 4" descr="C:\Users\SERRA\AppData\Local\Temp\claude\C--Users-SERRA-OneDrive-Desktop-secureshield\c11ed790-c46b-4796-b780-73d67b3251b1\scratchpad\icons\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4110" y="4556638"/>
            <a:ext cx="323332" cy="3233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407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LocalDB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532120" y="4773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95360" y="4407408"/>
            <a:ext cx="621792" cy="621792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1" name="Image 5" descr="C:\Users\SERRA\AppData\Local\Temp\claude\C--Users-SERRA-OneDrive-Desktop-secureshield\c11ed790-c46b-4796-b780-73d67b3251b1\scratchpad\icons\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4590" y="4556638"/>
            <a:ext cx="323332" cy="3233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407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372600" y="47731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 kontrolü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MIMARI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Mimarisi Nasıl Çalışıyor?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258775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569" y="273259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630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0078" y="233172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2726" y="258775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win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7567" y="2732593"/>
            <a:ext cx="313822" cy="3138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0078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10078" y="3630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+ Bootstrap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80076" y="233172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CCD5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92724" y="258775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565" y="2732593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0076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80076" y="3630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+ Authorize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450074" y="233172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62722" y="258775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3" descr="C:\Users\SERRA\AppData\Local\Temp\claude\C--Users-SERRA-OneDrive-Desktop-secureshield\c11ed790-c46b-4796-b780-73d67b3251b1\scratchpad\icons\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563" y="2732593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0074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EF Core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50074" y="3630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720072" y="2331720"/>
            <a:ext cx="1828800" cy="1828800"/>
          </a:xfrm>
          <a:prstGeom prst="roundRect">
            <a:avLst>
              <a:gd name="adj" fmla="val 8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32720" y="258775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6" name="Image 4" descr="C:\Users\SERRA\AppData\Local\Temp\claude\C--Users-SERRA-OneDrive-Desktop-secureshield\c11ed790-c46b-4796-b780-73d67b3251b1\scratchpad\icons\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61" y="2732593"/>
            <a:ext cx="313822" cy="31382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20072" y="3319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20072" y="36301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377440" y="2834640"/>
            <a:ext cx="624078" cy="0"/>
          </a:xfrm>
          <a:prstGeom prst="line">
            <a:avLst/>
          </a:prstGeom>
          <a:noFill/>
          <a:ln w="28575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30" name="Shape 23"/>
          <p:cNvSpPr/>
          <p:nvPr/>
        </p:nvSpPr>
        <p:spPr>
          <a:xfrm>
            <a:off x="4647438" y="2834640"/>
            <a:ext cx="624078" cy="0"/>
          </a:xfrm>
          <a:prstGeom prst="line">
            <a:avLst/>
          </a:prstGeom>
          <a:noFill/>
          <a:ln w="28575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6917436" y="2834640"/>
            <a:ext cx="624078" cy="0"/>
          </a:xfrm>
          <a:prstGeom prst="line">
            <a:avLst/>
          </a:prstGeom>
          <a:noFill/>
          <a:ln w="28575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9187434" y="2834640"/>
            <a:ext cx="624078" cy="0"/>
          </a:xfrm>
          <a:prstGeom prst="line">
            <a:avLst/>
          </a:prstGeom>
          <a:noFill/>
          <a:ln w="28575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33" name="Text 26"/>
          <p:cNvSpPr/>
          <p:nvPr/>
        </p:nvSpPr>
        <p:spPr>
          <a:xfrm>
            <a:off x="64008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Akışı (Request)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40080" y="46634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tarayıcıdan yaptığı istek Controller'a ulaşır; Controller, Model/EF Core aracılığıyla veritabanıyla konuşur ve sonucu bir ViewModel ile View'a aktararak sayfayı oluşturur.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VERITABANI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Modeli ve İlişkiler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377440" cy="1371600"/>
          </a:xfrm>
          <a:prstGeom prst="roundRect">
            <a:avLst>
              <a:gd name="adj" fmla="val 10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066544"/>
            <a:ext cx="502920" cy="5029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829" y="2187245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64208" y="23591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IdentityUser</a:t>
            </a:r>
            <a:endParaRPr lang="en-US" sz="10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(kayıtlı kullanıcı)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88552" y="1828800"/>
            <a:ext cx="2377440" cy="1371600"/>
          </a:xfrm>
          <a:prstGeom prst="roundRect">
            <a:avLst>
              <a:gd name="adj" fmla="val 10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89720" y="2066544"/>
            <a:ext cx="502920" cy="5029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t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187245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2980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829800" y="23591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 kategorisi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05756" y="3246120"/>
            <a:ext cx="2377440" cy="1371600"/>
          </a:xfrm>
          <a:prstGeom prst="roundRect">
            <a:avLst>
              <a:gd name="adj" fmla="val 10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06924" y="3483864"/>
            <a:ext cx="502920" cy="5029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625" y="3604565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47004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747004" y="37764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 (Status: Pending / Approved / Rejected)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05756" y="5074920"/>
            <a:ext cx="2377440" cy="1371600"/>
          </a:xfrm>
          <a:prstGeom prst="roundRect">
            <a:avLst>
              <a:gd name="adj" fmla="val 1066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106924" y="5312664"/>
            <a:ext cx="502920" cy="5029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3" descr="C:\Users\SERRA\AppData\Local\Temp\claude\C--Users-SERRA-OneDrive-Desktop-secureshield\c11ed790-c46b-4796-b780-73d67b3251b1\scratchpad\icons\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625" y="543336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47004" y="5257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47004" y="560527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Makaleye yapılan yorum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00400" y="2514600"/>
            <a:ext cx="1705356" cy="100584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595878" y="2871216"/>
            <a:ext cx="914400" cy="292608"/>
          </a:xfrm>
          <a:prstGeom prst="rect">
            <a:avLst/>
          </a:prstGeom>
          <a:solidFill>
            <a:srgbClr val="C918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83196" y="2514600"/>
            <a:ext cx="1705356" cy="100584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678674" y="2871216"/>
            <a:ext cx="914400" cy="292608"/>
          </a:xfrm>
          <a:prstGeom prst="rect">
            <a:avLst/>
          </a:prstGeom>
          <a:solidFill>
            <a:srgbClr val="C918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094476" y="4617720"/>
            <a:ext cx="0" cy="45720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637276" y="4700016"/>
            <a:ext cx="914400" cy="292608"/>
          </a:xfrm>
          <a:prstGeom prst="rect">
            <a:avLst/>
          </a:prstGeom>
          <a:solidFill>
            <a:srgbClr val="C918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KIMLIK DOĞRULAMA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Nasıl Çalışıyor?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user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0" y="1783080"/>
            <a:ext cx="6976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kullanıcı ASP.NET Core Identity ile oluşturulur ve otomatik olarak "Yazar" rolü atanır.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953512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sign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4" y="30851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62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862072"/>
            <a:ext cx="6976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ve şifre doğrulanır; başarılı girişte güvenli bir oturum çerezi (cookie) oluşturulur.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49624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3250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sign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4" y="416417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4106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72000" y="3941064"/>
            <a:ext cx="6976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çerezi sonlandırılır, kullanıcı güvenli şekilde çıkış yapar.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928616"/>
            <a:ext cx="10908792" cy="914400"/>
          </a:xfrm>
          <a:prstGeom prst="roundRect">
            <a:avLst>
              <a:gd name="adj" fmla="val 14000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111496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3" descr="C:\Users\SERRA\AppData\Local\Temp\claude\C--Users-SERRA-OneDrive-Desktop-secureshield\c11ed790-c46b-4796-b780-73d67b3251b1\scratchpad\icons\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74" y="524317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02005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Politikası &amp; Kilitleme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0" y="5020056"/>
            <a:ext cx="6976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Büyük/küçük harf + rakam zorunlu; 5 başarısız denemede hesap 5 dakika kilitlenir.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YETKILENDIRME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ve Yazar Rolleri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389120"/>
          </a:xfrm>
          <a:prstGeom prst="roundRect">
            <a:avLst>
              <a:gd name="adj" fmla="val 2917"/>
            </a:avLst>
          </a:prstGeom>
          <a:solidFill>
            <a:srgbClr val="590D22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645920"/>
            <a:ext cx="5257800" cy="4389120"/>
          </a:xfrm>
          <a:prstGeom prst="roundRect">
            <a:avLst>
              <a:gd name="adj" fmla="val 291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920240"/>
            <a:ext cx="566928" cy="566928"/>
          </a:xfrm>
          <a:prstGeom prst="ellipse">
            <a:avLst/>
          </a:prstGeom>
          <a:solidFill>
            <a:srgbClr val="FFD60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7" name="Image 0" descr="C:\Users\SERRA\AppData\Local\Temp\claude\C--Users-SERRA-OneDrive-Desktop-secureshield\c11ed790-c46b-4796-b780-73d67b3251b1\scratchpad\icons\user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83" y="20563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0" name="Image 1" descr="C:\Users\SERRA\AppData\Local\Temp\claude\C--Users-SERRA-OneDrive-Desktop-secureshield\c11ed790-c46b-4796-b780-73d67b3251b1\scratchpad\icons\f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303" y="205630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1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Yazar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960120" y="2724912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3" name="Text 9"/>
          <p:cNvSpPr/>
          <p:nvPr/>
        </p:nvSpPr>
        <p:spPr>
          <a:xfrm>
            <a:off x="1298448" y="2697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kullanıcıları görüntüler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60120" y="3383280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5" name="Text 11"/>
          <p:cNvSpPr/>
          <p:nvPr/>
        </p:nvSpPr>
        <p:spPr>
          <a:xfrm>
            <a:off x="1298448" y="33558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makaleleri yönetebilir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960120" y="4041648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7" name="Text 13"/>
          <p:cNvSpPr/>
          <p:nvPr/>
        </p:nvSpPr>
        <p:spPr>
          <a:xfrm>
            <a:off x="1298448" y="40142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oluşturur / düzenler / siler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60120" y="4700016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9" name="Text 15"/>
          <p:cNvSpPr/>
          <p:nvPr/>
        </p:nvSpPr>
        <p:spPr>
          <a:xfrm>
            <a:off x="1298448" y="4672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Makaleleri onaylar veya reddeder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60120" y="5358384"/>
            <a:ext cx="201168" cy="20116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21" name="Text 17"/>
          <p:cNvSpPr/>
          <p:nvPr/>
        </p:nvSpPr>
        <p:spPr>
          <a:xfrm>
            <a:off x="1298448" y="53309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Uygunsuz yorumları modere eder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92240" y="2724912"/>
            <a:ext cx="201168" cy="201168"/>
          </a:xfrm>
          <a:prstGeom prst="ellipse">
            <a:avLst/>
          </a:prstGeom>
          <a:solidFill>
            <a:srgbClr val="C9184A"/>
          </a:solidFill>
          <a:ln/>
        </p:spPr>
      </p:sp>
      <p:sp>
        <p:nvSpPr>
          <p:cNvPr id="23" name="Text 19"/>
          <p:cNvSpPr/>
          <p:nvPr/>
        </p:nvSpPr>
        <p:spPr>
          <a:xfrm>
            <a:off x="6830568" y="2697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 oluşturur (admin onayı bekler)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92240" y="3383280"/>
            <a:ext cx="201168" cy="201168"/>
          </a:xfrm>
          <a:prstGeom prst="ellipse">
            <a:avLst/>
          </a:prstGeom>
          <a:solidFill>
            <a:srgbClr val="C9184A"/>
          </a:solidFill>
          <a:ln/>
        </p:spPr>
      </p:sp>
      <p:sp>
        <p:nvSpPr>
          <p:cNvPr id="25" name="Text 21"/>
          <p:cNvSpPr/>
          <p:nvPr/>
        </p:nvSpPr>
        <p:spPr>
          <a:xfrm>
            <a:off x="6830568" y="33558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kendi makalesini düzenler / siler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492240" y="4041648"/>
            <a:ext cx="201168" cy="201168"/>
          </a:xfrm>
          <a:prstGeom prst="ellipse">
            <a:avLst/>
          </a:prstGeom>
          <a:solidFill>
            <a:srgbClr val="C9184A"/>
          </a:solidFill>
          <a:ln/>
        </p:spPr>
      </p:sp>
      <p:sp>
        <p:nvSpPr>
          <p:cNvPr id="27" name="Text 23"/>
          <p:cNvSpPr/>
          <p:nvPr/>
        </p:nvSpPr>
        <p:spPr>
          <a:xfrm>
            <a:off x="6830568" y="40142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bir yazarın makalesine erişemez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4700016"/>
            <a:ext cx="201168" cy="201168"/>
          </a:xfrm>
          <a:prstGeom prst="ellipse">
            <a:avLst/>
          </a:prstGeom>
          <a:solidFill>
            <a:srgbClr val="C9184A"/>
          </a:solidFill>
          <a:ln/>
        </p:spPr>
      </p:sp>
      <p:sp>
        <p:nvSpPr>
          <p:cNvPr id="29" name="Text 25"/>
          <p:cNvSpPr/>
          <p:nvPr/>
        </p:nvSpPr>
        <p:spPr>
          <a:xfrm>
            <a:off x="6830568" y="4672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Makalelere yorum yapabilir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92240" y="5358384"/>
            <a:ext cx="201168" cy="201168"/>
          </a:xfrm>
          <a:prstGeom prst="ellipse">
            <a:avLst/>
          </a:prstGeom>
          <a:solidFill>
            <a:srgbClr val="C9184A"/>
          </a:solidFill>
          <a:ln/>
        </p:spPr>
      </p:sp>
      <p:sp>
        <p:nvSpPr>
          <p:cNvPr id="31" name="Text 27"/>
          <p:cNvSpPr/>
          <p:nvPr/>
        </p:nvSpPr>
        <p:spPr>
          <a:xfrm>
            <a:off x="6830568" y="53309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Düzenlediği makale tekrar onaya girer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ONAY SÜRECI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Makale Nasıl Yayınlanır?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1965960"/>
            <a:ext cx="2011680" cy="1920240"/>
          </a:xfrm>
          <a:prstGeom prst="roundRect">
            <a:avLst>
              <a:gd name="adj" fmla="val 7619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9928" y="222199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769" y="236683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 Oluşturur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makale kaydedilir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90672" y="2926080"/>
            <a:ext cx="356616" cy="0"/>
          </a:xfrm>
          <a:prstGeom prst="line">
            <a:avLst/>
          </a:prstGeom>
          <a:noFill/>
          <a:ln w="31750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20440" y="1965960"/>
            <a:ext cx="2011680" cy="1920240"/>
          </a:xfrm>
          <a:prstGeom prst="roundRect">
            <a:avLst>
              <a:gd name="adj" fmla="val 7619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222199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2" name="Image 1" descr="C:\Users\SERRA\AppData\Local\Temp\claude\C--Users-SERRA-OneDrive-Desktop-secureshield\c11ed790-c46b-4796-b780-73d67b3251b1\scratchpad\icons\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369" y="236683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Bekliyor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1188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Herkese açık listede görünmez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05272" y="2926080"/>
            <a:ext cx="356616" cy="0"/>
          </a:xfrm>
          <a:prstGeom prst="line">
            <a:avLst/>
          </a:prstGeom>
          <a:noFill/>
          <a:ln w="31750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035040" y="1965960"/>
            <a:ext cx="2011680" cy="1920240"/>
          </a:xfrm>
          <a:prstGeom prst="roundRect">
            <a:avLst>
              <a:gd name="adj" fmla="val 7619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39128" y="2221992"/>
            <a:ext cx="603504" cy="603504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8" name="Image 2" descr="C:\Users\SERRA\AppData\Local\Temp\claude\C--Users-SERRA-OneDrive-Desktop-secureshield\c11ed790-c46b-4796-b780-73d67b3251b1\scratchpad\icons\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969" y="2366833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İnceler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32644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 Bekleyenler panelinden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549640" y="1965960"/>
            <a:ext cx="2651760" cy="868680"/>
          </a:xfrm>
          <a:prstGeom prst="roundRect">
            <a:avLst>
              <a:gd name="adj" fmla="val 16842"/>
            </a:avLst>
          </a:prstGeom>
          <a:solidFill>
            <a:srgbClr val="DFF6E5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732520" y="2139696"/>
            <a:ext cx="502920" cy="502920"/>
          </a:xfrm>
          <a:prstGeom prst="ellipse">
            <a:avLst/>
          </a:prstGeom>
          <a:solidFill>
            <a:srgbClr val="2D9C5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3" name="Image 3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221" y="2260397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54312" y="2057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Onaylandı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354312" y="2377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D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Herkese açık, yayında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8549640" y="3017520"/>
            <a:ext cx="2651760" cy="868680"/>
          </a:xfrm>
          <a:prstGeom prst="roundRect">
            <a:avLst>
              <a:gd name="adj" fmla="val 16842"/>
            </a:avLst>
          </a:prstGeom>
          <a:solidFill>
            <a:srgbClr val="FBE1E6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732520" y="3191256"/>
            <a:ext cx="502920" cy="5029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8" name="Image 4" descr="C:\Users\SERRA\AppData\Local\Temp\claude\C--Users-SERRA-OneDrive-Desktop-secureshield\c11ed790-c46b-4796-b780-73d67b3251b1\scratchpad\icons\tim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3221" y="3311957"/>
            <a:ext cx="261518" cy="26151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354312" y="3108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41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Reddedildi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354312" y="3429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yazar ve admin görür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8119872" y="2926080"/>
            <a:ext cx="178308" cy="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98180" y="2400300"/>
            <a:ext cx="0" cy="525780"/>
          </a:xfrm>
          <a:prstGeom prst="line">
            <a:avLst/>
          </a:prstGeom>
          <a:noFill/>
          <a:ln w="25400">
            <a:solidFill>
              <a:srgbClr val="2D9C5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98180" y="2400300"/>
            <a:ext cx="251460" cy="0"/>
          </a:xfrm>
          <a:prstGeom prst="line">
            <a:avLst/>
          </a:prstGeom>
          <a:noFill/>
          <a:ln w="25400">
            <a:solidFill>
              <a:srgbClr val="2D9C5A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8298180" y="2926080"/>
            <a:ext cx="0" cy="52578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98180" y="3451860"/>
            <a:ext cx="251460" cy="0"/>
          </a:xfrm>
          <a:prstGeom prst="line">
            <a:avLst/>
          </a:prstGeom>
          <a:noFill/>
          <a:ln w="25400">
            <a:solidFill>
              <a:srgbClr val="C9184A"/>
            </a:solidFill>
            <a:prstDash val="solid"/>
            <a:tailEnd type="triangle"/>
          </a:ln>
        </p:spPr>
      </p:sp>
      <p:sp>
        <p:nvSpPr>
          <p:cNvPr id="36" name="Text 29"/>
          <p:cNvSpPr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Onaylanmış bir makaleyi yazar düzenlerse, içerik değişikliği yeniden admin onayına girer. Admin'in kendi makaleleri doğrudan yayınlanır.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EK ÖZELLIKLER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Topluluk Özellikleri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103120"/>
            <a:ext cx="731520" cy="7315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10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Yazarlar Sayfası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Navbar'da yeni bir "Yazarlar" bölümü: en az bir onaylanmış makalesi olan yazarlar, makale sayılarıyla listelenir ve makalelerine filtrelenebilir.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5020" y="2103120"/>
            <a:ext cx="731520" cy="7315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585" y="22786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Sistemi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54880" y="3520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yapmış kayıtlı kullanıcılar makalelere yorum yapabilir. Giriş yapmamış ziyaretçiler makaleyi okuyabilir ama yorum yapamaz.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4206240"/>
          </a:xfrm>
          <a:prstGeom prst="roundRect">
            <a:avLst>
              <a:gd name="adj" fmla="val 3636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15500" y="2103120"/>
            <a:ext cx="731520" cy="73152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065" y="227868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 Moderasyonu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95360" y="3520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tüm yorumları tek bir panelden görüntüleyip uygunsuz olanları silebilir; yorum sahibi de kendi yorumunu silebilir.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GÜVENLIK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Katmanları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2082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6" name="Image 0" descr="C:\Users\SERRA\AppData\Local\Temp\claude\C--Users-SERRA-OneDrive-Desktop-secureshield\c11ed790-c46b-4796-b780-73d67b3251b1\scratchpad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15249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Koruması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30632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POST isteklerinde otomatik token doğrulaması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202082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266" y="2152498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Koruması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36592" y="30632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tag helper'ları çıktıyı otomatik olarak encode eder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21040" y="178308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77072" y="202082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2" descr="C:\Users\SERRA\AppData\Local\Temp\claude\C--Users-SERRA-OneDrive-Desktop-secureshield\c11ed790-c46b-4796-b780-73d67b3251b1\scratchpad\icons\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746" y="2152498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7707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Politikası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577072" y="30632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Büyük/küçük harf + rakam zorunlu, min. 6 karakter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35254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1" name="Image 3" descr="C:\Users\SERRA\AppData\Local\Temp\claude\C--Users-SERRA-OneDrive-Desktop-secureshield\c11ed790-c46b-4796-b780-73d67b3251b1\scratchpad\icons\user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6" y="4484218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Kilitleme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394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başarısız denemede 5 dakika kilitlenir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36592" y="435254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6" name="Image 4" descr="C:\Users\SERRA\AppData\Local\Temp\claude\C--Users-SERRA-OneDrive-Desktop-secureshield\c11ed790-c46b-4796-b780-73d67b3251b1\scratchpad\icons\user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266" y="4484218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3659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Sahiplik Kontrolü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36592" y="5394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yazar başkasının makalesini değiştiremez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2104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77072" y="4352544"/>
            <a:ext cx="548640" cy="54864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1" name="Image 5" descr="C:\Users\SERRA\AppData\Local\Temp\claude\C--Users-SERRA-OneDrive-Desktop-secureshield\c11ed790-c46b-4796-b780-73d67b3251b1\scratchpad\icons\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8746" y="4484218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77072" y="502920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Demo Hesabı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577072" y="539496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admin yalnızca geliştirme ortamında oluşturulur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TEST SÜRECI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066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A0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Web'de Nasıl Çalıştığını Doğruladık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389120"/>
          </a:xfrm>
          <a:prstGeom prst="roundRect">
            <a:avLst>
              <a:gd name="adj" fmla="val 2917"/>
            </a:avLst>
          </a:prstGeom>
          <a:solidFill>
            <a:srgbClr val="FFF0F3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1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Doğrulanan Senaryolar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487168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7" name="Image 0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557394"/>
            <a:ext cx="152156" cy="1521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0744" y="2468880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→ Giriş → Çıkış uçtan uca test edildi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3108960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0" name="Image 1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3179186"/>
            <a:ext cx="152156" cy="1521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0744" y="3090672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 makale oluşturdu → durum "Onay Bekliyor" oldu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60120" y="3730752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3" name="Image 2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3800978"/>
            <a:ext cx="152156" cy="1521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0744" y="3712464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onayladı → makale herkese açık listede yayınlandı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60120" y="4352544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6" name="Image 3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4422770"/>
            <a:ext cx="152156" cy="1521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80744" y="4334256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 ziyaretçi makaleyi okudu, yorum formunu göremedi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60120" y="4974336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9" name="Image 4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5044562"/>
            <a:ext cx="152156" cy="1521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0744" y="4956048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bir yazar başkasının makalesine erişemedi (Erişim Reddedildi)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960120" y="5596128"/>
            <a:ext cx="292608" cy="29260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22" name="Image 5" descr="C:\Users\SERRA\AppData\Local\Temp\claude\C--Users-SERRA-OneDrive-Desktop-secureshield\c11ed790-c46b-4796-b780-73d67b3251b1\scratchpad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5666354"/>
            <a:ext cx="152156" cy="1521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80744" y="5577840"/>
            <a:ext cx="5888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uygunsuz bir yorumu moderasyon panelinden sildi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7818120" y="1691640"/>
            <a:ext cx="3611880" cy="4389120"/>
          </a:xfrm>
          <a:prstGeom prst="roundRect">
            <a:avLst>
              <a:gd name="adj" fmla="val 4557"/>
            </a:avLst>
          </a:prstGeom>
          <a:solidFill>
            <a:srgbClr val="590D22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7818120" y="23317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D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26" name="Text 18"/>
          <p:cNvSpPr/>
          <p:nvPr/>
        </p:nvSpPr>
        <p:spPr>
          <a:xfrm>
            <a:off x="7818120" y="3429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818120" y="3977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28" name="Text 20"/>
          <p:cNvSpPr/>
          <p:nvPr/>
        </p:nvSpPr>
        <p:spPr>
          <a:xfrm>
            <a:off x="7818120" y="4800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2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 ·  dotnet build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9340596" y="5394960"/>
            <a:ext cx="566928" cy="566928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30" name="Image 6" descr="C:\Users\SERRA\AppData\Local\Temp\claude\C--Users-SERRA-OneDrive-Desktop-secureshield\c11ed790-c46b-4796-b780-73d67b3251b1\scratchpad\icons\v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659" y="5531023"/>
            <a:ext cx="294803" cy="29480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90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-1280160"/>
            <a:ext cx="3840480" cy="3840480"/>
          </a:xfrm>
          <a:prstGeom prst="ellipse">
            <a:avLst/>
          </a:prstGeom>
          <a:solidFill>
            <a:srgbClr val="A4133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291840" cy="3291840"/>
          </a:xfrm>
          <a:prstGeom prst="ellipse">
            <a:avLst/>
          </a:prstGeom>
          <a:solidFill>
            <a:srgbClr val="800F2F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00232" y="5669280"/>
            <a:ext cx="1463040" cy="1463040"/>
          </a:xfrm>
          <a:prstGeom prst="ellipse">
            <a:avLst/>
          </a:prstGeom>
          <a:solidFill>
            <a:srgbClr val="FFD60A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82996" y="1371600"/>
            <a:ext cx="822960" cy="822960"/>
          </a:xfrm>
          <a:prstGeom prst="ellipse">
            <a:avLst/>
          </a:prstGeom>
          <a:solidFill>
            <a:srgbClr val="C9184A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Teşekkürler!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</a:t>
            </a:r>
            <a:r>
              <a:rPr lang="en-US" sz="1800" i="1" dirty="0" err="1">
                <a:solidFill>
                  <a:srgbClr val="F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bekliyorum</a:t>
            </a:r>
            <a:r>
              <a:rPr lang="en-US" sz="1800" i="1" dirty="0">
                <a:solidFill>
                  <a:srgbClr val="F7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899916" y="4297680"/>
            <a:ext cx="4389120" cy="777240"/>
          </a:xfrm>
          <a:prstGeom prst="roundRect">
            <a:avLst>
              <a:gd name="adj" fmla="val 52941"/>
            </a:avLst>
          </a:prstGeom>
          <a:solidFill>
            <a:srgbClr val="A4133C"/>
          </a:solidFill>
          <a:ln/>
          <a:effectLst>
            <a:outerShdw blurRad="76200" dist="25400" dir="5400000" algn="bl" rotWithShape="0">
              <a:srgbClr val="590D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28516" y="4416552"/>
            <a:ext cx="457200" cy="457200"/>
          </a:xfrm>
          <a:prstGeom prst="ellipse">
            <a:avLst/>
          </a:prstGeom>
          <a:solidFill>
            <a:srgbClr val="590D22"/>
          </a:solidFill>
          <a:ln/>
          <a:effectLst>
            <a:outerShdw blurRad="101600" dist="38100" dir="5400000" algn="bl" rotWithShape="0">
              <a:srgbClr val="590D22">
                <a:alpha val="18000"/>
              </a:srgbClr>
            </a:outerShdw>
          </a:effectLst>
        </p:spPr>
      </p:sp>
      <p:pic>
        <p:nvPicPr>
          <p:cNvPr id="11" name="Image 1" descr="C:\Users\SERRA\AppData\Local\Temp\claude\C--Users-SERRA-OneDrive-Desktop-secureshield\c11ed790-c46b-4796-b780-73d67b3251b1\scratchpad\icons\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45262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2876" y="4416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GitHub'a yükleniyor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C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BlogApp Projesi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Microsoft Office PowerPoint</Application>
  <PresentationFormat>Geniş ekran</PresentationFormat>
  <Paragraphs>186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serra N</cp:lastModifiedBy>
  <cp:revision>1</cp:revision>
  <dcterms:created xsi:type="dcterms:W3CDTF">2026-08-16T20:42:15Z</dcterms:created>
  <dcterms:modified xsi:type="dcterms:W3CDTF">2026-08-17T06:40:05Z</dcterms:modified>
</cp:coreProperties>
</file>